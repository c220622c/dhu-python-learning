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81"/>
  </p:notesMasterIdLst>
  <p:handoutMasterIdLst>
    <p:handoutMasterId r:id="rId82"/>
  </p:handoutMasterIdLst>
  <p:sldIdLst>
    <p:sldId id="679" r:id="rId2"/>
    <p:sldId id="1092" r:id="rId3"/>
    <p:sldId id="1091" r:id="rId4"/>
    <p:sldId id="1138" r:id="rId5"/>
    <p:sldId id="865" r:id="rId6"/>
    <p:sldId id="845" r:id="rId7"/>
    <p:sldId id="1095" r:id="rId8"/>
    <p:sldId id="798" r:id="rId9"/>
    <p:sldId id="797" r:id="rId10"/>
    <p:sldId id="846" r:id="rId11"/>
    <p:sldId id="1097" r:id="rId12"/>
    <p:sldId id="841" r:id="rId13"/>
    <p:sldId id="813" r:id="rId14"/>
    <p:sldId id="814" r:id="rId15"/>
    <p:sldId id="1100" r:id="rId16"/>
    <p:sldId id="746" r:id="rId17"/>
    <p:sldId id="867" r:id="rId18"/>
    <p:sldId id="817" r:id="rId19"/>
    <p:sldId id="818" r:id="rId20"/>
    <p:sldId id="819" r:id="rId21"/>
    <p:sldId id="1143" r:id="rId22"/>
    <p:sldId id="844" r:id="rId23"/>
    <p:sldId id="893" r:id="rId24"/>
    <p:sldId id="771" r:id="rId25"/>
    <p:sldId id="772" r:id="rId26"/>
    <p:sldId id="839" r:id="rId27"/>
    <p:sldId id="840" r:id="rId28"/>
    <p:sldId id="866" r:id="rId29"/>
    <p:sldId id="842" r:id="rId30"/>
    <p:sldId id="890" r:id="rId31"/>
    <p:sldId id="860" r:id="rId32"/>
    <p:sldId id="1139" r:id="rId33"/>
    <p:sldId id="843" r:id="rId34"/>
    <p:sldId id="928" r:id="rId35"/>
    <p:sldId id="853" r:id="rId36"/>
    <p:sldId id="856" r:id="rId37"/>
    <p:sldId id="858" r:id="rId38"/>
    <p:sldId id="885" r:id="rId39"/>
    <p:sldId id="870" r:id="rId40"/>
    <p:sldId id="886" r:id="rId41"/>
    <p:sldId id="887" r:id="rId42"/>
    <p:sldId id="896" r:id="rId43"/>
    <p:sldId id="903" r:id="rId44"/>
    <p:sldId id="915" r:id="rId45"/>
    <p:sldId id="916" r:id="rId46"/>
    <p:sldId id="1140" r:id="rId47"/>
    <p:sldId id="919" r:id="rId48"/>
    <p:sldId id="827" r:id="rId49"/>
    <p:sldId id="1141" r:id="rId50"/>
    <p:sldId id="773" r:id="rId51"/>
    <p:sldId id="774" r:id="rId52"/>
    <p:sldId id="868" r:id="rId53"/>
    <p:sldId id="924" r:id="rId54"/>
    <p:sldId id="731" r:id="rId55"/>
    <p:sldId id="833" r:id="rId56"/>
    <p:sldId id="922" r:id="rId57"/>
    <p:sldId id="1142" r:id="rId58"/>
    <p:sldId id="984" r:id="rId59"/>
    <p:sldId id="999" r:id="rId60"/>
    <p:sldId id="1000" r:id="rId61"/>
    <p:sldId id="1001" r:id="rId62"/>
    <p:sldId id="1002" r:id="rId63"/>
    <p:sldId id="1003" r:id="rId64"/>
    <p:sldId id="1004" r:id="rId65"/>
    <p:sldId id="1005" r:id="rId66"/>
    <p:sldId id="1006" r:id="rId67"/>
    <p:sldId id="1007" r:id="rId68"/>
    <p:sldId id="1008" r:id="rId69"/>
    <p:sldId id="1009" r:id="rId70"/>
    <p:sldId id="979" r:id="rId71"/>
    <p:sldId id="980" r:id="rId72"/>
    <p:sldId id="981" r:id="rId73"/>
    <p:sldId id="982" r:id="rId74"/>
    <p:sldId id="1014" r:id="rId75"/>
    <p:sldId id="1015" r:id="rId76"/>
    <p:sldId id="1016" r:id="rId77"/>
    <p:sldId id="1017" r:id="rId78"/>
    <p:sldId id="1133" r:id="rId79"/>
    <p:sldId id="1131" r:id="rId80"/>
  </p:sldIdLst>
  <p:sldSz cx="12192000" cy="6858000"/>
  <p:notesSz cx="9932988" cy="68008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33" autoAdjust="0"/>
    <p:restoredTop sz="93854" autoAdjust="0"/>
  </p:normalViewPr>
  <p:slideViewPr>
    <p:cSldViewPr snapToGrid="0">
      <p:cViewPr varScale="1">
        <p:scale>
          <a:sx n="88" d="100"/>
          <a:sy n="88" d="100"/>
        </p:scale>
        <p:origin x="96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9F1DE3-50C1-4ADD-BEBC-0D71299291D1}" type="doc">
      <dgm:prSet loTypeId="urn:microsoft.com/office/officeart/2005/8/layout/hierarchy2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48CFB0B-CB28-4FB7-9318-7470D33AD9F7}">
      <dgm:prSet phldrT="[文本]"/>
      <dgm:spPr/>
      <dgm:t>
        <a:bodyPr/>
        <a:lstStyle/>
        <a:p>
          <a:r>
            <a:rPr lang="zh-CN" altLang="en-US" dirty="0"/>
            <a:t>数据类型</a:t>
          </a:r>
        </a:p>
      </dgm:t>
    </dgm:pt>
    <dgm:pt modelId="{BD4521AB-775F-408F-B789-570F096B1880}" type="parTrans" cxnId="{67F7FB26-2BF4-4F28-9B7C-2350658B613A}">
      <dgm:prSet/>
      <dgm:spPr/>
      <dgm:t>
        <a:bodyPr/>
        <a:lstStyle/>
        <a:p>
          <a:endParaRPr lang="zh-CN" altLang="en-US"/>
        </a:p>
      </dgm:t>
    </dgm:pt>
    <dgm:pt modelId="{971F9303-1CE9-432C-A366-C0AB9C060A86}" type="sibTrans" cxnId="{67F7FB26-2BF4-4F28-9B7C-2350658B613A}">
      <dgm:prSet/>
      <dgm:spPr/>
      <dgm:t>
        <a:bodyPr/>
        <a:lstStyle/>
        <a:p>
          <a:endParaRPr lang="zh-CN" altLang="en-US"/>
        </a:p>
      </dgm:t>
    </dgm:pt>
    <dgm:pt modelId="{E48D5E58-DC9C-4F0C-9610-A0A3DC385385}">
      <dgm:prSet phldrT="[文本]"/>
      <dgm:spPr/>
      <dgm:t>
        <a:bodyPr/>
        <a:lstStyle/>
        <a:p>
          <a:r>
            <a:rPr lang="zh-CN" altLang="en-US" dirty="0"/>
            <a:t>单个数据类型</a:t>
          </a:r>
        </a:p>
      </dgm:t>
    </dgm:pt>
    <dgm:pt modelId="{01C8558B-DD1F-403F-A033-5A1BF5A0529F}" type="parTrans" cxnId="{F10B72B6-1F29-4570-BB54-EB3DEBA20BC3}">
      <dgm:prSet/>
      <dgm:spPr/>
      <dgm:t>
        <a:bodyPr/>
        <a:lstStyle/>
        <a:p>
          <a:endParaRPr lang="zh-CN" altLang="en-US"/>
        </a:p>
      </dgm:t>
    </dgm:pt>
    <dgm:pt modelId="{5D9D4F1B-201C-4868-B157-BEC43AE70B2F}" type="sibTrans" cxnId="{F10B72B6-1F29-4570-BB54-EB3DEBA20BC3}">
      <dgm:prSet/>
      <dgm:spPr/>
      <dgm:t>
        <a:bodyPr/>
        <a:lstStyle/>
        <a:p>
          <a:endParaRPr lang="zh-CN" altLang="en-US"/>
        </a:p>
      </dgm:t>
    </dgm:pt>
    <dgm:pt modelId="{F29FA38C-D612-4607-9977-EF26B9583C89}">
      <dgm:prSet phldrT="[文本]"/>
      <dgm:spPr/>
      <dgm:t>
        <a:bodyPr/>
        <a:lstStyle/>
        <a:p>
          <a:r>
            <a:rPr lang="zh-CN" altLang="en-US" dirty="0"/>
            <a:t>数字</a:t>
          </a:r>
        </a:p>
      </dgm:t>
    </dgm:pt>
    <dgm:pt modelId="{D587891D-5A68-41E4-88F2-3DEE57542C27}" type="parTrans" cxnId="{1C7456CF-7397-4B58-8F31-7793801D96A7}">
      <dgm:prSet/>
      <dgm:spPr/>
      <dgm:t>
        <a:bodyPr/>
        <a:lstStyle/>
        <a:p>
          <a:endParaRPr lang="zh-CN" altLang="en-US"/>
        </a:p>
      </dgm:t>
    </dgm:pt>
    <dgm:pt modelId="{7109867F-1994-41FA-8949-C076849FE169}" type="sibTrans" cxnId="{1C7456CF-7397-4B58-8F31-7793801D96A7}">
      <dgm:prSet/>
      <dgm:spPr/>
      <dgm:t>
        <a:bodyPr/>
        <a:lstStyle/>
        <a:p>
          <a:endParaRPr lang="zh-CN" altLang="en-US"/>
        </a:p>
      </dgm:t>
    </dgm:pt>
    <dgm:pt modelId="{E6A45C9B-704E-49FE-85F9-F9EADCA003BA}">
      <dgm:prSet phldrT="[文本]"/>
      <dgm:spPr/>
      <dgm:t>
        <a:bodyPr/>
        <a:lstStyle/>
        <a:p>
          <a:r>
            <a:rPr lang="zh-CN" altLang="en-US" dirty="0"/>
            <a:t>字符串</a:t>
          </a:r>
        </a:p>
      </dgm:t>
    </dgm:pt>
    <dgm:pt modelId="{A819E562-452E-4616-A832-2F7FBEDEC794}" type="parTrans" cxnId="{401BAD71-5542-4E06-B093-23FBC33485BC}">
      <dgm:prSet/>
      <dgm:spPr/>
      <dgm:t>
        <a:bodyPr/>
        <a:lstStyle/>
        <a:p>
          <a:endParaRPr lang="zh-CN" altLang="en-US"/>
        </a:p>
      </dgm:t>
    </dgm:pt>
    <dgm:pt modelId="{E0023F39-D34F-4130-BF33-5E09942E518C}" type="sibTrans" cxnId="{401BAD71-5542-4E06-B093-23FBC33485BC}">
      <dgm:prSet/>
      <dgm:spPr/>
      <dgm:t>
        <a:bodyPr/>
        <a:lstStyle/>
        <a:p>
          <a:endParaRPr lang="zh-CN" altLang="en-US"/>
        </a:p>
      </dgm:t>
    </dgm:pt>
    <dgm:pt modelId="{063BEEB5-6A56-40EF-A3DD-079F22E1D8F9}">
      <dgm:prSet phldrT="[文本]"/>
      <dgm:spPr/>
      <dgm:t>
        <a:bodyPr/>
        <a:lstStyle/>
        <a:p>
          <a:r>
            <a:rPr lang="zh-CN" altLang="en-US" dirty="0"/>
            <a:t>组合数据类型</a:t>
          </a:r>
        </a:p>
      </dgm:t>
    </dgm:pt>
    <dgm:pt modelId="{FB47E917-ED9E-4D15-89AE-2BF7E977FA40}" type="parTrans" cxnId="{A91117B5-A0E9-4FC3-9CC6-9056E2C46D9B}">
      <dgm:prSet/>
      <dgm:spPr/>
      <dgm:t>
        <a:bodyPr/>
        <a:lstStyle/>
        <a:p>
          <a:endParaRPr lang="zh-CN" altLang="en-US"/>
        </a:p>
      </dgm:t>
    </dgm:pt>
    <dgm:pt modelId="{733DF0D1-D3E2-4D0A-A0FB-8060CDD24DCB}" type="sibTrans" cxnId="{A91117B5-A0E9-4FC3-9CC6-9056E2C46D9B}">
      <dgm:prSet/>
      <dgm:spPr/>
      <dgm:t>
        <a:bodyPr/>
        <a:lstStyle/>
        <a:p>
          <a:endParaRPr lang="zh-CN" altLang="en-US"/>
        </a:p>
      </dgm:t>
    </dgm:pt>
    <dgm:pt modelId="{57133AC6-A33F-4A7C-9DA0-667903486D81}">
      <dgm:prSet phldrT="[文本]"/>
      <dgm:spPr>
        <a:noFill/>
      </dgm:spPr>
      <dgm:t>
        <a:bodyPr/>
        <a:lstStyle/>
        <a:p>
          <a:r>
            <a:rPr lang="zh-CN" altLang="en-US" dirty="0">
              <a:solidFill>
                <a:schemeClr val="tx1"/>
              </a:solidFill>
            </a:rPr>
            <a:t>序列类型</a:t>
          </a:r>
        </a:p>
      </dgm:t>
    </dgm:pt>
    <dgm:pt modelId="{DE0D58F7-F00D-4CFE-9841-8303699FBC20}" type="parTrans" cxnId="{70169E2C-19CB-4DA9-BD6C-81052961FC45}">
      <dgm:prSet/>
      <dgm:spPr/>
      <dgm:t>
        <a:bodyPr/>
        <a:lstStyle/>
        <a:p>
          <a:endParaRPr lang="zh-CN" altLang="en-US"/>
        </a:p>
      </dgm:t>
    </dgm:pt>
    <dgm:pt modelId="{0BE30723-D6CD-42E2-97D7-DD982DD73756}" type="sibTrans" cxnId="{70169E2C-19CB-4DA9-BD6C-81052961FC45}">
      <dgm:prSet/>
      <dgm:spPr/>
      <dgm:t>
        <a:bodyPr/>
        <a:lstStyle/>
        <a:p>
          <a:endParaRPr lang="zh-CN" altLang="en-US"/>
        </a:p>
      </dgm:t>
    </dgm:pt>
    <dgm:pt modelId="{D4AA9A88-264E-4AD8-852E-28892287694C}">
      <dgm:prSet phldrT="[文本]"/>
      <dgm:spPr>
        <a:noFill/>
      </dgm:spPr>
      <dgm:t>
        <a:bodyPr/>
        <a:lstStyle/>
        <a:p>
          <a:r>
            <a:rPr lang="zh-CN" altLang="en-US" dirty="0"/>
            <a:t>集合类型</a:t>
          </a:r>
        </a:p>
      </dgm:t>
    </dgm:pt>
    <dgm:pt modelId="{F16E422B-7BE5-4635-8FED-B97063B8C26B}" type="parTrans" cxnId="{D7D22ED0-749E-4AF5-8865-911C332A1B67}">
      <dgm:prSet/>
      <dgm:spPr/>
      <dgm:t>
        <a:bodyPr/>
        <a:lstStyle/>
        <a:p>
          <a:endParaRPr lang="zh-CN" altLang="en-US"/>
        </a:p>
      </dgm:t>
    </dgm:pt>
    <dgm:pt modelId="{1C002448-7629-4053-B68F-ABAE1D96087A}" type="sibTrans" cxnId="{D7D22ED0-749E-4AF5-8865-911C332A1B67}">
      <dgm:prSet/>
      <dgm:spPr/>
      <dgm:t>
        <a:bodyPr/>
        <a:lstStyle/>
        <a:p>
          <a:endParaRPr lang="zh-CN" altLang="en-US"/>
        </a:p>
      </dgm:t>
    </dgm:pt>
    <dgm:pt modelId="{F3C4F9D8-37D1-4323-AE53-A1CFCB6F204C}">
      <dgm:prSet phldrT="[文本]"/>
      <dgm:spPr>
        <a:noFill/>
      </dgm:spPr>
      <dgm:t>
        <a:bodyPr/>
        <a:lstStyle/>
        <a:p>
          <a:r>
            <a:rPr lang="zh-CN" altLang="en-US" dirty="0"/>
            <a:t>字典类型</a:t>
          </a:r>
        </a:p>
      </dgm:t>
    </dgm:pt>
    <dgm:pt modelId="{6C378367-387D-4A6B-8083-119AC10BDB90}" type="parTrans" cxnId="{829CF4E2-5C1E-4A6F-AFFC-87CA09E2788E}">
      <dgm:prSet/>
      <dgm:spPr/>
      <dgm:t>
        <a:bodyPr/>
        <a:lstStyle/>
        <a:p>
          <a:endParaRPr lang="zh-CN" altLang="en-US"/>
        </a:p>
      </dgm:t>
    </dgm:pt>
    <dgm:pt modelId="{D73DBF02-43E0-435C-B2BF-30766C208D81}" type="sibTrans" cxnId="{829CF4E2-5C1E-4A6F-AFFC-87CA09E2788E}">
      <dgm:prSet/>
      <dgm:spPr/>
      <dgm:t>
        <a:bodyPr/>
        <a:lstStyle/>
        <a:p>
          <a:endParaRPr lang="zh-CN" altLang="en-US"/>
        </a:p>
      </dgm:t>
    </dgm:pt>
    <dgm:pt modelId="{57158299-97F9-4F12-B483-8D1F3792D38E}">
      <dgm:prSet phldrT="[文本]"/>
      <dgm:spPr/>
      <dgm:t>
        <a:bodyPr/>
        <a:lstStyle/>
        <a:p>
          <a:r>
            <a:rPr lang="zh-CN" altLang="en-US" dirty="0"/>
            <a:t>字符串（</a:t>
          </a:r>
          <a:r>
            <a:rPr lang="en-US" altLang="zh-CN" dirty="0" err="1"/>
            <a:t>str</a:t>
          </a:r>
          <a:r>
            <a:rPr lang="zh-CN" altLang="en-US" dirty="0"/>
            <a:t>）</a:t>
          </a:r>
        </a:p>
      </dgm:t>
    </dgm:pt>
    <dgm:pt modelId="{7C522F0B-A9C6-4FAB-9251-079CE7021680}" type="parTrans" cxnId="{D12D3427-EA26-4DC8-B4C2-4DA1862D6103}">
      <dgm:prSet/>
      <dgm:spPr/>
      <dgm:t>
        <a:bodyPr/>
        <a:lstStyle/>
        <a:p>
          <a:endParaRPr lang="zh-CN" altLang="en-US"/>
        </a:p>
      </dgm:t>
    </dgm:pt>
    <dgm:pt modelId="{B6E8C777-9588-405B-B247-97481C173C4C}" type="sibTrans" cxnId="{D12D3427-EA26-4DC8-B4C2-4DA1862D6103}">
      <dgm:prSet/>
      <dgm:spPr/>
      <dgm:t>
        <a:bodyPr/>
        <a:lstStyle/>
        <a:p>
          <a:endParaRPr lang="zh-CN" altLang="en-US"/>
        </a:p>
      </dgm:t>
    </dgm:pt>
    <dgm:pt modelId="{9F400F86-08AB-41EF-9993-5B4C27D2BB83}">
      <dgm:prSet phldrT="[文本]"/>
      <dgm:spPr>
        <a:noFill/>
      </dgm:spPr>
      <dgm:t>
        <a:bodyPr/>
        <a:lstStyle/>
        <a:p>
          <a:r>
            <a:rPr lang="zh-CN" altLang="en-US" dirty="0"/>
            <a:t>元组（</a:t>
          </a:r>
          <a:r>
            <a:rPr lang="en-US" altLang="zh-CN" dirty="0"/>
            <a:t>tuple</a:t>
          </a:r>
          <a:r>
            <a:rPr lang="zh-CN" altLang="en-US" dirty="0"/>
            <a:t>）</a:t>
          </a:r>
        </a:p>
      </dgm:t>
    </dgm:pt>
    <dgm:pt modelId="{857FDC7F-8B0F-42E6-92DD-C5C307107052}" type="parTrans" cxnId="{64A49582-914E-4B5A-87BE-53814EBA7F5C}">
      <dgm:prSet/>
      <dgm:spPr/>
      <dgm:t>
        <a:bodyPr/>
        <a:lstStyle/>
        <a:p>
          <a:endParaRPr lang="zh-CN" altLang="en-US"/>
        </a:p>
      </dgm:t>
    </dgm:pt>
    <dgm:pt modelId="{AE9857A4-9A4F-49AE-BE63-985000ACD33A}" type="sibTrans" cxnId="{64A49582-914E-4B5A-87BE-53814EBA7F5C}">
      <dgm:prSet/>
      <dgm:spPr/>
      <dgm:t>
        <a:bodyPr/>
        <a:lstStyle/>
        <a:p>
          <a:endParaRPr lang="zh-CN" altLang="en-US"/>
        </a:p>
      </dgm:t>
    </dgm:pt>
    <dgm:pt modelId="{53CBB9A1-626D-4FC1-A046-39414E224F3A}">
      <dgm:prSet phldrT="[文本]"/>
      <dgm:spPr>
        <a:noFill/>
      </dgm:spPr>
      <dgm:t>
        <a:bodyPr/>
        <a:lstStyle/>
        <a:p>
          <a:r>
            <a:rPr lang="zh-CN" altLang="en-US" dirty="0"/>
            <a:t>列表（</a:t>
          </a:r>
          <a:r>
            <a:rPr lang="en-US" altLang="zh-CN" dirty="0"/>
            <a:t>list</a:t>
          </a:r>
          <a:r>
            <a:rPr lang="zh-CN" altLang="en-US" dirty="0"/>
            <a:t>）</a:t>
          </a:r>
        </a:p>
      </dgm:t>
    </dgm:pt>
    <dgm:pt modelId="{4C487BF2-9995-4899-8091-CE6D07E86406}" type="parTrans" cxnId="{3A34699A-31FA-4964-9615-735ADCC30B86}">
      <dgm:prSet/>
      <dgm:spPr/>
      <dgm:t>
        <a:bodyPr/>
        <a:lstStyle/>
        <a:p>
          <a:endParaRPr lang="zh-CN" altLang="en-US"/>
        </a:p>
      </dgm:t>
    </dgm:pt>
    <dgm:pt modelId="{969BB124-9587-4F0C-8C9F-949E19C3BDE5}" type="sibTrans" cxnId="{3A34699A-31FA-4964-9615-735ADCC30B86}">
      <dgm:prSet/>
      <dgm:spPr/>
      <dgm:t>
        <a:bodyPr/>
        <a:lstStyle/>
        <a:p>
          <a:endParaRPr lang="zh-CN" altLang="en-US"/>
        </a:p>
      </dgm:t>
    </dgm:pt>
    <dgm:pt modelId="{45EBFF99-038E-4214-9A51-A2DDA27DEC7C}">
      <dgm:prSet phldrT="[文本]"/>
      <dgm:spPr>
        <a:noFill/>
      </dgm:spPr>
      <dgm:t>
        <a:bodyPr/>
        <a:lstStyle/>
        <a:p>
          <a:r>
            <a:rPr lang="zh-CN" altLang="en-US" dirty="0"/>
            <a:t>集合（</a:t>
          </a:r>
          <a:r>
            <a:rPr lang="en-US" altLang="zh-CN" dirty="0"/>
            <a:t>set</a:t>
          </a:r>
          <a:r>
            <a:rPr lang="zh-CN" altLang="en-US" dirty="0"/>
            <a:t>）</a:t>
          </a:r>
        </a:p>
      </dgm:t>
    </dgm:pt>
    <dgm:pt modelId="{A5544CE1-9616-4B83-B19F-82D211BB45C9}" type="parTrans" cxnId="{33A86B48-A11F-42DE-8352-B7CFD6E4301F}">
      <dgm:prSet/>
      <dgm:spPr/>
      <dgm:t>
        <a:bodyPr/>
        <a:lstStyle/>
        <a:p>
          <a:endParaRPr lang="zh-CN" altLang="en-US"/>
        </a:p>
      </dgm:t>
    </dgm:pt>
    <dgm:pt modelId="{0CDDFA2A-70D0-4721-8A41-578855F9868C}" type="sibTrans" cxnId="{33A86B48-A11F-42DE-8352-B7CFD6E4301F}">
      <dgm:prSet/>
      <dgm:spPr/>
      <dgm:t>
        <a:bodyPr/>
        <a:lstStyle/>
        <a:p>
          <a:endParaRPr lang="zh-CN" altLang="en-US"/>
        </a:p>
      </dgm:t>
    </dgm:pt>
    <dgm:pt modelId="{AD220BAB-541D-4976-AE66-0B03C2F727AA}">
      <dgm:prSet phldrT="[文本]"/>
      <dgm:spPr/>
      <dgm:t>
        <a:bodyPr/>
        <a:lstStyle/>
        <a:p>
          <a:r>
            <a:rPr lang="zh-CN" altLang="en-US" dirty="0"/>
            <a:t>整数</a:t>
          </a:r>
        </a:p>
      </dgm:t>
    </dgm:pt>
    <dgm:pt modelId="{277CCEA1-0C26-4064-B76A-DD22D0AD2776}" type="parTrans" cxnId="{38F650F2-53DE-4F91-8FEE-30F59167B0D2}">
      <dgm:prSet/>
      <dgm:spPr/>
      <dgm:t>
        <a:bodyPr/>
        <a:lstStyle/>
        <a:p>
          <a:endParaRPr lang="zh-CN" altLang="en-US"/>
        </a:p>
      </dgm:t>
    </dgm:pt>
    <dgm:pt modelId="{C6F2090E-22CC-4053-B43E-8AC10B634D41}" type="sibTrans" cxnId="{38F650F2-53DE-4F91-8FEE-30F59167B0D2}">
      <dgm:prSet/>
      <dgm:spPr/>
      <dgm:t>
        <a:bodyPr/>
        <a:lstStyle/>
        <a:p>
          <a:endParaRPr lang="zh-CN" altLang="en-US"/>
        </a:p>
      </dgm:t>
    </dgm:pt>
    <dgm:pt modelId="{7936EC8A-483B-4753-8B50-86E49F07409E}">
      <dgm:prSet phldrT="[文本]"/>
      <dgm:spPr/>
      <dgm:t>
        <a:bodyPr/>
        <a:lstStyle/>
        <a:p>
          <a:r>
            <a:rPr lang="zh-CN" altLang="en-US" dirty="0"/>
            <a:t>浮点数</a:t>
          </a:r>
        </a:p>
      </dgm:t>
    </dgm:pt>
    <dgm:pt modelId="{5E551857-DA13-4C94-A5C7-9DB90F9E0C8F}" type="parTrans" cxnId="{6B6B1E39-7B24-4805-99F4-2FF781094232}">
      <dgm:prSet/>
      <dgm:spPr/>
      <dgm:t>
        <a:bodyPr/>
        <a:lstStyle/>
        <a:p>
          <a:endParaRPr lang="zh-CN" altLang="en-US"/>
        </a:p>
      </dgm:t>
    </dgm:pt>
    <dgm:pt modelId="{3C47521F-075F-47ED-89C5-83B776FC909A}" type="sibTrans" cxnId="{6B6B1E39-7B24-4805-99F4-2FF781094232}">
      <dgm:prSet/>
      <dgm:spPr/>
      <dgm:t>
        <a:bodyPr/>
        <a:lstStyle/>
        <a:p>
          <a:endParaRPr lang="zh-CN" altLang="en-US"/>
        </a:p>
      </dgm:t>
    </dgm:pt>
    <dgm:pt modelId="{CDE4FA50-8774-4B32-8CFF-268688E2253F}">
      <dgm:prSet phldrT="[文本]"/>
      <dgm:spPr/>
      <dgm:t>
        <a:bodyPr/>
        <a:lstStyle/>
        <a:p>
          <a:r>
            <a:rPr lang="zh-CN" altLang="en-US" dirty="0"/>
            <a:t>复数</a:t>
          </a:r>
        </a:p>
      </dgm:t>
    </dgm:pt>
    <dgm:pt modelId="{5CF8856C-DBB8-44C2-8753-C8AC7DCC6880}" type="parTrans" cxnId="{94BE98A5-E9E3-4292-B5F0-7A16A7F0478D}">
      <dgm:prSet/>
      <dgm:spPr/>
      <dgm:t>
        <a:bodyPr/>
        <a:lstStyle/>
        <a:p>
          <a:endParaRPr lang="zh-CN" altLang="en-US"/>
        </a:p>
      </dgm:t>
    </dgm:pt>
    <dgm:pt modelId="{1E994D4B-1177-4A78-BAD3-74ED8350068E}" type="sibTrans" cxnId="{94BE98A5-E9E3-4292-B5F0-7A16A7F0478D}">
      <dgm:prSet/>
      <dgm:spPr/>
      <dgm:t>
        <a:bodyPr/>
        <a:lstStyle/>
        <a:p>
          <a:endParaRPr lang="zh-CN" altLang="en-US"/>
        </a:p>
      </dgm:t>
    </dgm:pt>
    <dgm:pt modelId="{E25D72F7-BA52-450A-B8C1-D5138F16AD1E}">
      <dgm:prSet phldrT="[文本]"/>
      <dgm:spPr/>
      <dgm:t>
        <a:bodyPr/>
        <a:lstStyle/>
        <a:p>
          <a:r>
            <a:rPr lang="zh-CN" altLang="en-US"/>
            <a:t>布尔变量</a:t>
          </a:r>
          <a:endParaRPr lang="zh-CN" altLang="en-US" dirty="0"/>
        </a:p>
      </dgm:t>
    </dgm:pt>
    <dgm:pt modelId="{8638997B-66D1-41F1-B9A2-4E943E8FB288}" type="parTrans" cxnId="{74D15416-3B19-46A0-9473-E75B8CA8A5E1}">
      <dgm:prSet/>
      <dgm:spPr/>
      <dgm:t>
        <a:bodyPr/>
        <a:lstStyle/>
        <a:p>
          <a:endParaRPr lang="zh-CN" altLang="en-US"/>
        </a:p>
      </dgm:t>
    </dgm:pt>
    <dgm:pt modelId="{8D7915ED-680F-45A3-9091-FBF8E02300B7}" type="sibTrans" cxnId="{74D15416-3B19-46A0-9473-E75B8CA8A5E1}">
      <dgm:prSet/>
      <dgm:spPr/>
      <dgm:t>
        <a:bodyPr/>
        <a:lstStyle/>
        <a:p>
          <a:endParaRPr lang="zh-CN" altLang="en-US"/>
        </a:p>
      </dgm:t>
    </dgm:pt>
    <dgm:pt modelId="{073F3C28-7B3D-4381-BB67-54018B10EAA5}" type="pres">
      <dgm:prSet presAssocID="{CA9F1DE3-50C1-4ADD-BEBC-0D71299291D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468E3D4-AB3A-4CC3-9939-4FD612876CBB}" type="pres">
      <dgm:prSet presAssocID="{B48CFB0B-CB28-4FB7-9318-7470D33AD9F7}" presName="root1" presStyleCnt="0"/>
      <dgm:spPr/>
    </dgm:pt>
    <dgm:pt modelId="{DBC85AA5-1C83-4099-BD65-BF914F8AA0F6}" type="pres">
      <dgm:prSet presAssocID="{B48CFB0B-CB28-4FB7-9318-7470D33AD9F7}" presName="LevelOneTextNode" presStyleLbl="node0" presStyleIdx="0" presStyleCnt="1" custScaleX="154693">
        <dgm:presLayoutVars>
          <dgm:chPref val="3"/>
        </dgm:presLayoutVars>
      </dgm:prSet>
      <dgm:spPr/>
    </dgm:pt>
    <dgm:pt modelId="{E1D8B278-3102-4658-ACB8-81714EEDBD3B}" type="pres">
      <dgm:prSet presAssocID="{B48CFB0B-CB28-4FB7-9318-7470D33AD9F7}" presName="level2hierChild" presStyleCnt="0"/>
      <dgm:spPr/>
    </dgm:pt>
    <dgm:pt modelId="{49278B64-119B-44D1-A469-62F415A55C60}" type="pres">
      <dgm:prSet presAssocID="{01C8558B-DD1F-403F-A033-5A1BF5A0529F}" presName="conn2-1" presStyleLbl="parChTrans1D2" presStyleIdx="0" presStyleCnt="2" custScaleX="2000000"/>
      <dgm:spPr/>
    </dgm:pt>
    <dgm:pt modelId="{11F82F1E-447C-4C83-BDB5-C1CEB200EDC8}" type="pres">
      <dgm:prSet presAssocID="{01C8558B-DD1F-403F-A033-5A1BF5A0529F}" presName="connTx" presStyleLbl="parChTrans1D2" presStyleIdx="0" presStyleCnt="2"/>
      <dgm:spPr/>
    </dgm:pt>
    <dgm:pt modelId="{8AE64E16-B458-48C9-BD50-AB587011A960}" type="pres">
      <dgm:prSet presAssocID="{E48D5E58-DC9C-4F0C-9610-A0A3DC385385}" presName="root2" presStyleCnt="0"/>
      <dgm:spPr/>
    </dgm:pt>
    <dgm:pt modelId="{F5F265B3-4A82-4732-A84A-CB1F3F30AA27}" type="pres">
      <dgm:prSet presAssocID="{E48D5E58-DC9C-4F0C-9610-A0A3DC385385}" presName="LevelTwoTextNode" presStyleLbl="node2" presStyleIdx="0" presStyleCnt="2" custScaleX="156212">
        <dgm:presLayoutVars>
          <dgm:chPref val="3"/>
        </dgm:presLayoutVars>
      </dgm:prSet>
      <dgm:spPr/>
    </dgm:pt>
    <dgm:pt modelId="{949EBF5B-AAF8-49A4-9879-157C8CEAB6D8}" type="pres">
      <dgm:prSet presAssocID="{E48D5E58-DC9C-4F0C-9610-A0A3DC385385}" presName="level3hierChild" presStyleCnt="0"/>
      <dgm:spPr/>
    </dgm:pt>
    <dgm:pt modelId="{3C8D103D-C5A4-46E0-A574-DF9AE6A4C8F3}" type="pres">
      <dgm:prSet presAssocID="{D587891D-5A68-41E4-88F2-3DEE57542C27}" presName="conn2-1" presStyleLbl="parChTrans1D3" presStyleIdx="0" presStyleCnt="5" custScaleX="2000000"/>
      <dgm:spPr/>
    </dgm:pt>
    <dgm:pt modelId="{1A8DF8A4-DDC3-4646-B27F-3725588E9D6A}" type="pres">
      <dgm:prSet presAssocID="{D587891D-5A68-41E4-88F2-3DEE57542C27}" presName="connTx" presStyleLbl="parChTrans1D3" presStyleIdx="0" presStyleCnt="5"/>
      <dgm:spPr/>
    </dgm:pt>
    <dgm:pt modelId="{F778ECB8-1A0F-423A-83A9-750252994E8C}" type="pres">
      <dgm:prSet presAssocID="{F29FA38C-D612-4607-9977-EF26B9583C89}" presName="root2" presStyleCnt="0"/>
      <dgm:spPr/>
    </dgm:pt>
    <dgm:pt modelId="{05F69149-3B57-4D1B-84F0-E0CC88B29CD6}" type="pres">
      <dgm:prSet presAssocID="{F29FA38C-D612-4607-9977-EF26B9583C89}" presName="LevelTwoTextNode" presStyleLbl="node3" presStyleIdx="0" presStyleCnt="5" custScaleX="156212">
        <dgm:presLayoutVars>
          <dgm:chPref val="3"/>
        </dgm:presLayoutVars>
      </dgm:prSet>
      <dgm:spPr/>
    </dgm:pt>
    <dgm:pt modelId="{C1B16398-E86F-45B7-BA3C-689C4FF104CF}" type="pres">
      <dgm:prSet presAssocID="{F29FA38C-D612-4607-9977-EF26B9583C89}" presName="level3hierChild" presStyleCnt="0"/>
      <dgm:spPr/>
    </dgm:pt>
    <dgm:pt modelId="{78479B97-CF64-4EE3-91F7-F8087445295C}" type="pres">
      <dgm:prSet presAssocID="{277CCEA1-0C26-4064-B76A-DD22D0AD2776}" presName="conn2-1" presStyleLbl="parChTrans1D4" presStyleIdx="0" presStyleCnt="8"/>
      <dgm:spPr/>
    </dgm:pt>
    <dgm:pt modelId="{10AB7634-5B9F-4BAA-8DF4-5EDDA3E9E24A}" type="pres">
      <dgm:prSet presAssocID="{277CCEA1-0C26-4064-B76A-DD22D0AD2776}" presName="connTx" presStyleLbl="parChTrans1D4" presStyleIdx="0" presStyleCnt="8"/>
      <dgm:spPr/>
    </dgm:pt>
    <dgm:pt modelId="{58137854-A2A7-4CFB-86A2-79B7D27C213A}" type="pres">
      <dgm:prSet presAssocID="{AD220BAB-541D-4976-AE66-0B03C2F727AA}" presName="root2" presStyleCnt="0"/>
      <dgm:spPr/>
    </dgm:pt>
    <dgm:pt modelId="{0047496C-01A7-4E2C-9F4E-A7C70B394554}" type="pres">
      <dgm:prSet presAssocID="{AD220BAB-541D-4976-AE66-0B03C2F727AA}" presName="LevelTwoTextNode" presStyleLbl="node4" presStyleIdx="0" presStyleCnt="8">
        <dgm:presLayoutVars>
          <dgm:chPref val="3"/>
        </dgm:presLayoutVars>
      </dgm:prSet>
      <dgm:spPr/>
    </dgm:pt>
    <dgm:pt modelId="{7413648C-D343-448F-8F07-25775D8DBFD3}" type="pres">
      <dgm:prSet presAssocID="{AD220BAB-541D-4976-AE66-0B03C2F727AA}" presName="level3hierChild" presStyleCnt="0"/>
      <dgm:spPr/>
    </dgm:pt>
    <dgm:pt modelId="{FB8DFB26-C068-446B-BC04-0FF2D63170F4}" type="pres">
      <dgm:prSet presAssocID="{5E551857-DA13-4C94-A5C7-9DB90F9E0C8F}" presName="conn2-1" presStyleLbl="parChTrans1D4" presStyleIdx="1" presStyleCnt="8"/>
      <dgm:spPr/>
    </dgm:pt>
    <dgm:pt modelId="{96B30DE1-0EA9-4177-B5CF-8CAF4AB4DAD3}" type="pres">
      <dgm:prSet presAssocID="{5E551857-DA13-4C94-A5C7-9DB90F9E0C8F}" presName="connTx" presStyleLbl="parChTrans1D4" presStyleIdx="1" presStyleCnt="8"/>
      <dgm:spPr/>
    </dgm:pt>
    <dgm:pt modelId="{D4C96F55-E4B8-4A77-A9D5-F98D69F3CDB3}" type="pres">
      <dgm:prSet presAssocID="{7936EC8A-483B-4753-8B50-86E49F07409E}" presName="root2" presStyleCnt="0"/>
      <dgm:spPr/>
    </dgm:pt>
    <dgm:pt modelId="{993B4EAA-1E11-4FBE-AE0C-F4C5EFCCE179}" type="pres">
      <dgm:prSet presAssocID="{7936EC8A-483B-4753-8B50-86E49F07409E}" presName="LevelTwoTextNode" presStyleLbl="node4" presStyleIdx="1" presStyleCnt="8">
        <dgm:presLayoutVars>
          <dgm:chPref val="3"/>
        </dgm:presLayoutVars>
      </dgm:prSet>
      <dgm:spPr/>
    </dgm:pt>
    <dgm:pt modelId="{B2DBEBF9-7955-4DFD-8EB3-B862EC7D432F}" type="pres">
      <dgm:prSet presAssocID="{7936EC8A-483B-4753-8B50-86E49F07409E}" presName="level3hierChild" presStyleCnt="0"/>
      <dgm:spPr/>
    </dgm:pt>
    <dgm:pt modelId="{EF8250F8-3E31-47FA-A17B-1E9D551A7AF3}" type="pres">
      <dgm:prSet presAssocID="{5CF8856C-DBB8-44C2-8753-C8AC7DCC6880}" presName="conn2-1" presStyleLbl="parChTrans1D4" presStyleIdx="2" presStyleCnt="8"/>
      <dgm:spPr/>
    </dgm:pt>
    <dgm:pt modelId="{BC96E07B-69FD-416C-B5DB-C896D94FE5ED}" type="pres">
      <dgm:prSet presAssocID="{5CF8856C-DBB8-44C2-8753-C8AC7DCC6880}" presName="connTx" presStyleLbl="parChTrans1D4" presStyleIdx="2" presStyleCnt="8"/>
      <dgm:spPr/>
    </dgm:pt>
    <dgm:pt modelId="{B3949DC5-70DA-4C20-8718-99A515DA0CDB}" type="pres">
      <dgm:prSet presAssocID="{CDE4FA50-8774-4B32-8CFF-268688E2253F}" presName="root2" presStyleCnt="0"/>
      <dgm:spPr/>
    </dgm:pt>
    <dgm:pt modelId="{E3769C64-395B-4CEB-BDF0-4151877BD40B}" type="pres">
      <dgm:prSet presAssocID="{CDE4FA50-8774-4B32-8CFF-268688E2253F}" presName="LevelTwoTextNode" presStyleLbl="node4" presStyleIdx="2" presStyleCnt="8">
        <dgm:presLayoutVars>
          <dgm:chPref val="3"/>
        </dgm:presLayoutVars>
      </dgm:prSet>
      <dgm:spPr/>
    </dgm:pt>
    <dgm:pt modelId="{94EA2270-C2AB-40B8-99E8-48AF8770B198}" type="pres">
      <dgm:prSet presAssocID="{CDE4FA50-8774-4B32-8CFF-268688E2253F}" presName="level3hierChild" presStyleCnt="0"/>
      <dgm:spPr/>
    </dgm:pt>
    <dgm:pt modelId="{D76844AB-74BE-4BA9-8BA1-F9A86B8404C8}" type="pres">
      <dgm:prSet presAssocID="{8638997B-66D1-41F1-B9A2-4E943E8FB288}" presName="conn2-1" presStyleLbl="parChTrans1D4" presStyleIdx="3" presStyleCnt="8"/>
      <dgm:spPr/>
    </dgm:pt>
    <dgm:pt modelId="{1C9AD3B8-E4E9-4BA8-BF0E-6618CBD3CD85}" type="pres">
      <dgm:prSet presAssocID="{8638997B-66D1-41F1-B9A2-4E943E8FB288}" presName="connTx" presStyleLbl="parChTrans1D4" presStyleIdx="3" presStyleCnt="8"/>
      <dgm:spPr/>
    </dgm:pt>
    <dgm:pt modelId="{3FC0AA2C-9588-40AD-91F6-366C3157E9EF}" type="pres">
      <dgm:prSet presAssocID="{E25D72F7-BA52-450A-B8C1-D5138F16AD1E}" presName="root2" presStyleCnt="0"/>
      <dgm:spPr/>
    </dgm:pt>
    <dgm:pt modelId="{A0674C4E-905B-4186-941A-D347F7278E84}" type="pres">
      <dgm:prSet presAssocID="{E25D72F7-BA52-450A-B8C1-D5138F16AD1E}" presName="LevelTwoTextNode" presStyleLbl="node4" presStyleIdx="3" presStyleCnt="8" custScaleX="156212">
        <dgm:presLayoutVars>
          <dgm:chPref val="3"/>
        </dgm:presLayoutVars>
      </dgm:prSet>
      <dgm:spPr/>
    </dgm:pt>
    <dgm:pt modelId="{3319B75C-0277-4C43-A3CB-40B017F18C0F}" type="pres">
      <dgm:prSet presAssocID="{E25D72F7-BA52-450A-B8C1-D5138F16AD1E}" presName="level3hierChild" presStyleCnt="0"/>
      <dgm:spPr/>
    </dgm:pt>
    <dgm:pt modelId="{0213A936-C826-4FF8-8C49-060361105B5C}" type="pres">
      <dgm:prSet presAssocID="{A819E562-452E-4616-A832-2F7FBEDEC794}" presName="conn2-1" presStyleLbl="parChTrans1D3" presStyleIdx="1" presStyleCnt="5" custScaleX="2000000"/>
      <dgm:spPr/>
    </dgm:pt>
    <dgm:pt modelId="{CA6F1BE3-C818-4200-BB2F-B8814A64E85E}" type="pres">
      <dgm:prSet presAssocID="{A819E562-452E-4616-A832-2F7FBEDEC794}" presName="connTx" presStyleLbl="parChTrans1D3" presStyleIdx="1" presStyleCnt="5"/>
      <dgm:spPr/>
    </dgm:pt>
    <dgm:pt modelId="{47BA8148-73B4-4237-9946-25C2C83D843F}" type="pres">
      <dgm:prSet presAssocID="{E6A45C9B-704E-49FE-85F9-F9EADCA003BA}" presName="root2" presStyleCnt="0"/>
      <dgm:spPr/>
    </dgm:pt>
    <dgm:pt modelId="{92815AD9-FBB1-4B80-A77E-DC3CFE245DD5}" type="pres">
      <dgm:prSet presAssocID="{E6A45C9B-704E-49FE-85F9-F9EADCA003BA}" presName="LevelTwoTextNode" presStyleLbl="node3" presStyleIdx="1" presStyleCnt="5" custScaleX="156212">
        <dgm:presLayoutVars>
          <dgm:chPref val="3"/>
        </dgm:presLayoutVars>
      </dgm:prSet>
      <dgm:spPr/>
    </dgm:pt>
    <dgm:pt modelId="{8A273D93-C29E-45DC-83E3-72E8C8312A28}" type="pres">
      <dgm:prSet presAssocID="{E6A45C9B-704E-49FE-85F9-F9EADCA003BA}" presName="level3hierChild" presStyleCnt="0"/>
      <dgm:spPr/>
    </dgm:pt>
    <dgm:pt modelId="{C7187B88-E412-4ECF-8291-7A7D5E819B1D}" type="pres">
      <dgm:prSet presAssocID="{FB47E917-ED9E-4D15-89AE-2BF7E977FA40}" presName="conn2-1" presStyleLbl="parChTrans1D2" presStyleIdx="1" presStyleCnt="2" custScaleX="2000000"/>
      <dgm:spPr/>
    </dgm:pt>
    <dgm:pt modelId="{B7C68BCF-1F45-4E43-BB81-B3FDB9CBD4B5}" type="pres">
      <dgm:prSet presAssocID="{FB47E917-ED9E-4D15-89AE-2BF7E977FA40}" presName="connTx" presStyleLbl="parChTrans1D2" presStyleIdx="1" presStyleCnt="2"/>
      <dgm:spPr/>
    </dgm:pt>
    <dgm:pt modelId="{D2105D0E-DCB6-4CBD-8CDA-9516B47C5EA8}" type="pres">
      <dgm:prSet presAssocID="{063BEEB5-6A56-40EF-A3DD-079F22E1D8F9}" presName="root2" presStyleCnt="0"/>
      <dgm:spPr/>
    </dgm:pt>
    <dgm:pt modelId="{FCB547A1-D445-4327-8A62-17EFA5D541A4}" type="pres">
      <dgm:prSet presAssocID="{063BEEB5-6A56-40EF-A3DD-079F22E1D8F9}" presName="LevelTwoTextNode" presStyleLbl="node2" presStyleIdx="1" presStyleCnt="2" custScaleX="156212">
        <dgm:presLayoutVars>
          <dgm:chPref val="3"/>
        </dgm:presLayoutVars>
      </dgm:prSet>
      <dgm:spPr/>
    </dgm:pt>
    <dgm:pt modelId="{68EA59BE-6421-4E80-99C5-96219F292511}" type="pres">
      <dgm:prSet presAssocID="{063BEEB5-6A56-40EF-A3DD-079F22E1D8F9}" presName="level3hierChild" presStyleCnt="0"/>
      <dgm:spPr/>
    </dgm:pt>
    <dgm:pt modelId="{E66B78BB-0527-4FC5-AEDA-A9FFB1402687}" type="pres">
      <dgm:prSet presAssocID="{DE0D58F7-F00D-4CFE-9841-8303699FBC20}" presName="conn2-1" presStyleLbl="parChTrans1D3" presStyleIdx="2" presStyleCnt="5" custScaleX="2000000"/>
      <dgm:spPr/>
    </dgm:pt>
    <dgm:pt modelId="{D87B4B96-C5E9-4192-8E56-9083CC6242E7}" type="pres">
      <dgm:prSet presAssocID="{DE0D58F7-F00D-4CFE-9841-8303699FBC20}" presName="connTx" presStyleLbl="parChTrans1D3" presStyleIdx="2" presStyleCnt="5"/>
      <dgm:spPr/>
    </dgm:pt>
    <dgm:pt modelId="{12CF72C7-3EC9-467A-9AE2-D57AD872DA9C}" type="pres">
      <dgm:prSet presAssocID="{57133AC6-A33F-4A7C-9DA0-667903486D81}" presName="root2" presStyleCnt="0"/>
      <dgm:spPr/>
    </dgm:pt>
    <dgm:pt modelId="{5A28F549-5439-4859-82C7-2E080DE8A5E4}" type="pres">
      <dgm:prSet presAssocID="{57133AC6-A33F-4A7C-9DA0-667903486D81}" presName="LevelTwoTextNode" presStyleLbl="node3" presStyleIdx="2" presStyleCnt="5" custScaleX="156212">
        <dgm:presLayoutVars>
          <dgm:chPref val="3"/>
        </dgm:presLayoutVars>
      </dgm:prSet>
      <dgm:spPr/>
    </dgm:pt>
    <dgm:pt modelId="{FBDCE1D7-EB9D-4CC9-88FF-7FB8FF39263F}" type="pres">
      <dgm:prSet presAssocID="{57133AC6-A33F-4A7C-9DA0-667903486D81}" presName="level3hierChild" presStyleCnt="0"/>
      <dgm:spPr/>
    </dgm:pt>
    <dgm:pt modelId="{61386C64-8AC1-448B-B0C0-765C5245C2C3}" type="pres">
      <dgm:prSet presAssocID="{7C522F0B-A9C6-4FAB-9251-079CE7021680}" presName="conn2-1" presStyleLbl="parChTrans1D4" presStyleIdx="4" presStyleCnt="8" custScaleX="2000000"/>
      <dgm:spPr/>
    </dgm:pt>
    <dgm:pt modelId="{53BC1662-7056-46EF-A5BA-33D01B742414}" type="pres">
      <dgm:prSet presAssocID="{7C522F0B-A9C6-4FAB-9251-079CE7021680}" presName="connTx" presStyleLbl="parChTrans1D4" presStyleIdx="4" presStyleCnt="8"/>
      <dgm:spPr/>
    </dgm:pt>
    <dgm:pt modelId="{6C1E8269-1323-4292-9C8D-4835A3DF5E05}" type="pres">
      <dgm:prSet presAssocID="{57158299-97F9-4F12-B483-8D1F3792D38E}" presName="root2" presStyleCnt="0"/>
      <dgm:spPr/>
    </dgm:pt>
    <dgm:pt modelId="{C3FFF750-DAC3-453C-A1BD-790675C4C158}" type="pres">
      <dgm:prSet presAssocID="{57158299-97F9-4F12-B483-8D1F3792D38E}" presName="LevelTwoTextNode" presStyleLbl="node4" presStyleIdx="4" presStyleCnt="8" custScaleX="156212">
        <dgm:presLayoutVars>
          <dgm:chPref val="3"/>
        </dgm:presLayoutVars>
      </dgm:prSet>
      <dgm:spPr/>
    </dgm:pt>
    <dgm:pt modelId="{3933C15F-99EF-4D15-BE89-881772DE6FA0}" type="pres">
      <dgm:prSet presAssocID="{57158299-97F9-4F12-B483-8D1F3792D38E}" presName="level3hierChild" presStyleCnt="0"/>
      <dgm:spPr/>
    </dgm:pt>
    <dgm:pt modelId="{1CF2C32A-027C-4980-8B8C-F5C11B1196AB}" type="pres">
      <dgm:prSet presAssocID="{857FDC7F-8B0F-42E6-92DD-C5C307107052}" presName="conn2-1" presStyleLbl="parChTrans1D4" presStyleIdx="5" presStyleCnt="8" custScaleX="2000000"/>
      <dgm:spPr/>
    </dgm:pt>
    <dgm:pt modelId="{B76B5C1E-6537-4729-8B08-C0C6308F5DB2}" type="pres">
      <dgm:prSet presAssocID="{857FDC7F-8B0F-42E6-92DD-C5C307107052}" presName="connTx" presStyleLbl="parChTrans1D4" presStyleIdx="5" presStyleCnt="8"/>
      <dgm:spPr/>
    </dgm:pt>
    <dgm:pt modelId="{61A3F975-53F3-4B01-A3C9-EDC20AC38AC2}" type="pres">
      <dgm:prSet presAssocID="{9F400F86-08AB-41EF-9993-5B4C27D2BB83}" presName="root2" presStyleCnt="0"/>
      <dgm:spPr/>
    </dgm:pt>
    <dgm:pt modelId="{0397AD47-C743-483A-AC25-2F5BD6AC95FE}" type="pres">
      <dgm:prSet presAssocID="{9F400F86-08AB-41EF-9993-5B4C27D2BB83}" presName="LevelTwoTextNode" presStyleLbl="node4" presStyleIdx="5" presStyleCnt="8" custScaleX="156212">
        <dgm:presLayoutVars>
          <dgm:chPref val="3"/>
        </dgm:presLayoutVars>
      </dgm:prSet>
      <dgm:spPr/>
    </dgm:pt>
    <dgm:pt modelId="{0E2BFACD-AF7C-4093-BC4A-C23338DBE6A2}" type="pres">
      <dgm:prSet presAssocID="{9F400F86-08AB-41EF-9993-5B4C27D2BB83}" presName="level3hierChild" presStyleCnt="0"/>
      <dgm:spPr/>
    </dgm:pt>
    <dgm:pt modelId="{D14DEDA9-42F6-45C0-8530-AF5C108C3256}" type="pres">
      <dgm:prSet presAssocID="{4C487BF2-9995-4899-8091-CE6D07E86406}" presName="conn2-1" presStyleLbl="parChTrans1D4" presStyleIdx="6" presStyleCnt="8" custScaleX="2000000"/>
      <dgm:spPr/>
    </dgm:pt>
    <dgm:pt modelId="{F5C4D99B-6251-4623-BC0F-714E3420DD7E}" type="pres">
      <dgm:prSet presAssocID="{4C487BF2-9995-4899-8091-CE6D07E86406}" presName="connTx" presStyleLbl="parChTrans1D4" presStyleIdx="6" presStyleCnt="8"/>
      <dgm:spPr/>
    </dgm:pt>
    <dgm:pt modelId="{40FCD492-9376-42BB-970A-C3FDC93CF673}" type="pres">
      <dgm:prSet presAssocID="{53CBB9A1-626D-4FC1-A046-39414E224F3A}" presName="root2" presStyleCnt="0"/>
      <dgm:spPr/>
    </dgm:pt>
    <dgm:pt modelId="{D98A93CF-4B4F-4816-98C9-5EC45272F54B}" type="pres">
      <dgm:prSet presAssocID="{53CBB9A1-626D-4FC1-A046-39414E224F3A}" presName="LevelTwoTextNode" presStyleLbl="node4" presStyleIdx="6" presStyleCnt="8" custScaleX="156212">
        <dgm:presLayoutVars>
          <dgm:chPref val="3"/>
        </dgm:presLayoutVars>
      </dgm:prSet>
      <dgm:spPr/>
    </dgm:pt>
    <dgm:pt modelId="{01D2F537-4E7C-4598-A5B8-27A909F5F6BD}" type="pres">
      <dgm:prSet presAssocID="{53CBB9A1-626D-4FC1-A046-39414E224F3A}" presName="level3hierChild" presStyleCnt="0"/>
      <dgm:spPr/>
    </dgm:pt>
    <dgm:pt modelId="{736CE653-4227-40E0-95EA-E8602B9E4515}" type="pres">
      <dgm:prSet presAssocID="{F16E422B-7BE5-4635-8FED-B97063B8C26B}" presName="conn2-1" presStyleLbl="parChTrans1D3" presStyleIdx="3" presStyleCnt="5" custScaleX="2000000"/>
      <dgm:spPr/>
    </dgm:pt>
    <dgm:pt modelId="{E9B0352F-E953-4E29-932A-C14F40A6D5B4}" type="pres">
      <dgm:prSet presAssocID="{F16E422B-7BE5-4635-8FED-B97063B8C26B}" presName="connTx" presStyleLbl="parChTrans1D3" presStyleIdx="3" presStyleCnt="5"/>
      <dgm:spPr/>
    </dgm:pt>
    <dgm:pt modelId="{C8A1DE9D-0EE5-47F8-8F58-FA6EAE74BA81}" type="pres">
      <dgm:prSet presAssocID="{D4AA9A88-264E-4AD8-852E-28892287694C}" presName="root2" presStyleCnt="0"/>
      <dgm:spPr/>
    </dgm:pt>
    <dgm:pt modelId="{29F5C1AA-F95B-4706-AC53-1CDF311B2FF2}" type="pres">
      <dgm:prSet presAssocID="{D4AA9A88-264E-4AD8-852E-28892287694C}" presName="LevelTwoTextNode" presStyleLbl="node3" presStyleIdx="3" presStyleCnt="5" custScaleX="156212">
        <dgm:presLayoutVars>
          <dgm:chPref val="3"/>
        </dgm:presLayoutVars>
      </dgm:prSet>
      <dgm:spPr/>
    </dgm:pt>
    <dgm:pt modelId="{7AE1CC2A-13F3-4C33-8FB2-06CD8BE7B334}" type="pres">
      <dgm:prSet presAssocID="{D4AA9A88-264E-4AD8-852E-28892287694C}" presName="level3hierChild" presStyleCnt="0"/>
      <dgm:spPr/>
    </dgm:pt>
    <dgm:pt modelId="{793EECEB-613D-48F2-AE51-68A1124C26F2}" type="pres">
      <dgm:prSet presAssocID="{A5544CE1-9616-4B83-B19F-82D211BB45C9}" presName="conn2-1" presStyleLbl="parChTrans1D4" presStyleIdx="7" presStyleCnt="8" custScaleX="2000000"/>
      <dgm:spPr/>
    </dgm:pt>
    <dgm:pt modelId="{2B6CEF19-6FC2-49B0-89F7-6031A2DBEDEB}" type="pres">
      <dgm:prSet presAssocID="{A5544CE1-9616-4B83-B19F-82D211BB45C9}" presName="connTx" presStyleLbl="parChTrans1D4" presStyleIdx="7" presStyleCnt="8"/>
      <dgm:spPr/>
    </dgm:pt>
    <dgm:pt modelId="{FE7ABFB8-BF6C-4CD9-96BB-C8268076C002}" type="pres">
      <dgm:prSet presAssocID="{45EBFF99-038E-4214-9A51-A2DDA27DEC7C}" presName="root2" presStyleCnt="0"/>
      <dgm:spPr/>
    </dgm:pt>
    <dgm:pt modelId="{12307164-732E-4E4A-A2AC-71F42689A475}" type="pres">
      <dgm:prSet presAssocID="{45EBFF99-038E-4214-9A51-A2DDA27DEC7C}" presName="LevelTwoTextNode" presStyleLbl="node4" presStyleIdx="7" presStyleCnt="8" custScaleX="156212">
        <dgm:presLayoutVars>
          <dgm:chPref val="3"/>
        </dgm:presLayoutVars>
      </dgm:prSet>
      <dgm:spPr/>
    </dgm:pt>
    <dgm:pt modelId="{34DB241E-A4A3-42FD-9E90-7A412FAEEC83}" type="pres">
      <dgm:prSet presAssocID="{45EBFF99-038E-4214-9A51-A2DDA27DEC7C}" presName="level3hierChild" presStyleCnt="0"/>
      <dgm:spPr/>
    </dgm:pt>
    <dgm:pt modelId="{3DB66EB8-D70A-47E7-A867-AF1C1E324A73}" type="pres">
      <dgm:prSet presAssocID="{6C378367-387D-4A6B-8083-119AC10BDB90}" presName="conn2-1" presStyleLbl="parChTrans1D3" presStyleIdx="4" presStyleCnt="5" custScaleX="2000000"/>
      <dgm:spPr/>
    </dgm:pt>
    <dgm:pt modelId="{2A2AD782-EE11-4570-8332-F26247EB79A1}" type="pres">
      <dgm:prSet presAssocID="{6C378367-387D-4A6B-8083-119AC10BDB90}" presName="connTx" presStyleLbl="parChTrans1D3" presStyleIdx="4" presStyleCnt="5"/>
      <dgm:spPr/>
    </dgm:pt>
    <dgm:pt modelId="{9E5D34FF-014E-4964-B7B6-026A1577C3EA}" type="pres">
      <dgm:prSet presAssocID="{F3C4F9D8-37D1-4323-AE53-A1CFCB6F204C}" presName="root2" presStyleCnt="0"/>
      <dgm:spPr/>
    </dgm:pt>
    <dgm:pt modelId="{97915158-7EA5-4FD6-B7A3-C5EE7038FC95}" type="pres">
      <dgm:prSet presAssocID="{F3C4F9D8-37D1-4323-AE53-A1CFCB6F204C}" presName="LevelTwoTextNode" presStyleLbl="node3" presStyleIdx="4" presStyleCnt="5" custScaleX="156212">
        <dgm:presLayoutVars>
          <dgm:chPref val="3"/>
        </dgm:presLayoutVars>
      </dgm:prSet>
      <dgm:spPr/>
    </dgm:pt>
    <dgm:pt modelId="{D74FB222-F797-4C78-A7C3-E3A361EB7989}" type="pres">
      <dgm:prSet presAssocID="{F3C4F9D8-37D1-4323-AE53-A1CFCB6F204C}" presName="level3hierChild" presStyleCnt="0"/>
      <dgm:spPr/>
    </dgm:pt>
  </dgm:ptLst>
  <dgm:cxnLst>
    <dgm:cxn modelId="{1C273603-B74F-41A9-BF7C-8A29D39264F1}" type="presOf" srcId="{063BEEB5-6A56-40EF-A3DD-079F22E1D8F9}" destId="{FCB547A1-D445-4327-8A62-17EFA5D541A4}" srcOrd="0" destOrd="0" presId="urn:microsoft.com/office/officeart/2005/8/layout/hierarchy2"/>
    <dgm:cxn modelId="{BD0EC210-A77D-43C7-AD33-E7ABA2E3D30C}" type="presOf" srcId="{B48CFB0B-CB28-4FB7-9318-7470D33AD9F7}" destId="{DBC85AA5-1C83-4099-BD65-BF914F8AA0F6}" srcOrd="0" destOrd="0" presId="urn:microsoft.com/office/officeart/2005/8/layout/hierarchy2"/>
    <dgm:cxn modelId="{74D15416-3B19-46A0-9473-E75B8CA8A5E1}" srcId="{F29FA38C-D612-4607-9977-EF26B9583C89}" destId="{E25D72F7-BA52-450A-B8C1-D5138F16AD1E}" srcOrd="3" destOrd="0" parTransId="{8638997B-66D1-41F1-B9A2-4E943E8FB288}" sibTransId="{8D7915ED-680F-45A3-9091-FBF8E02300B7}"/>
    <dgm:cxn modelId="{68FF781B-551B-4894-B189-A2D24BBCADF5}" type="presOf" srcId="{5CF8856C-DBB8-44C2-8753-C8AC7DCC6880}" destId="{EF8250F8-3E31-47FA-A17B-1E9D551A7AF3}" srcOrd="0" destOrd="0" presId="urn:microsoft.com/office/officeart/2005/8/layout/hierarchy2"/>
    <dgm:cxn modelId="{D7460E1D-49A1-4F3B-8043-A4EC927EF1D3}" type="presOf" srcId="{7C522F0B-A9C6-4FAB-9251-079CE7021680}" destId="{53BC1662-7056-46EF-A5BA-33D01B742414}" srcOrd="1" destOrd="0" presId="urn:microsoft.com/office/officeart/2005/8/layout/hierarchy2"/>
    <dgm:cxn modelId="{67F7FB26-2BF4-4F28-9B7C-2350658B613A}" srcId="{CA9F1DE3-50C1-4ADD-BEBC-0D71299291D1}" destId="{B48CFB0B-CB28-4FB7-9318-7470D33AD9F7}" srcOrd="0" destOrd="0" parTransId="{BD4521AB-775F-408F-B789-570F096B1880}" sibTransId="{971F9303-1CE9-432C-A366-C0AB9C060A86}"/>
    <dgm:cxn modelId="{D12D3427-EA26-4DC8-B4C2-4DA1862D6103}" srcId="{57133AC6-A33F-4A7C-9DA0-667903486D81}" destId="{57158299-97F9-4F12-B483-8D1F3792D38E}" srcOrd="0" destOrd="0" parTransId="{7C522F0B-A9C6-4FAB-9251-079CE7021680}" sibTransId="{B6E8C777-9588-405B-B247-97481C173C4C}"/>
    <dgm:cxn modelId="{BA044C27-F6C7-4049-82BD-5F4902EF6B2C}" type="presOf" srcId="{7C522F0B-A9C6-4FAB-9251-079CE7021680}" destId="{61386C64-8AC1-448B-B0C0-765C5245C2C3}" srcOrd="0" destOrd="0" presId="urn:microsoft.com/office/officeart/2005/8/layout/hierarchy2"/>
    <dgm:cxn modelId="{0813842C-6632-4391-A339-935EA91E63A2}" type="presOf" srcId="{5CF8856C-DBB8-44C2-8753-C8AC7DCC6880}" destId="{BC96E07B-69FD-416C-B5DB-C896D94FE5ED}" srcOrd="1" destOrd="0" presId="urn:microsoft.com/office/officeart/2005/8/layout/hierarchy2"/>
    <dgm:cxn modelId="{70169E2C-19CB-4DA9-BD6C-81052961FC45}" srcId="{063BEEB5-6A56-40EF-A3DD-079F22E1D8F9}" destId="{57133AC6-A33F-4A7C-9DA0-667903486D81}" srcOrd="0" destOrd="0" parTransId="{DE0D58F7-F00D-4CFE-9841-8303699FBC20}" sibTransId="{0BE30723-D6CD-42E2-97D7-DD982DD73756}"/>
    <dgm:cxn modelId="{6B6B1E39-7B24-4805-99F4-2FF781094232}" srcId="{F29FA38C-D612-4607-9977-EF26B9583C89}" destId="{7936EC8A-483B-4753-8B50-86E49F07409E}" srcOrd="1" destOrd="0" parTransId="{5E551857-DA13-4C94-A5C7-9DB90F9E0C8F}" sibTransId="{3C47521F-075F-47ED-89C5-83B776FC909A}"/>
    <dgm:cxn modelId="{0C7E043D-6829-4D59-9FA5-FA587B8DC6D6}" type="presOf" srcId="{4C487BF2-9995-4899-8091-CE6D07E86406}" destId="{D14DEDA9-42F6-45C0-8530-AF5C108C3256}" srcOrd="0" destOrd="0" presId="urn:microsoft.com/office/officeart/2005/8/layout/hierarchy2"/>
    <dgm:cxn modelId="{4F0B2D40-EC1C-4219-8281-6C43457D7B90}" type="presOf" srcId="{DE0D58F7-F00D-4CFE-9841-8303699FBC20}" destId="{D87B4B96-C5E9-4192-8E56-9083CC6242E7}" srcOrd="1" destOrd="0" presId="urn:microsoft.com/office/officeart/2005/8/layout/hierarchy2"/>
    <dgm:cxn modelId="{55944440-F19B-4EED-81E2-30340C0BD398}" type="presOf" srcId="{CA9F1DE3-50C1-4ADD-BEBC-0D71299291D1}" destId="{073F3C28-7B3D-4381-BB67-54018B10EAA5}" srcOrd="0" destOrd="0" presId="urn:microsoft.com/office/officeart/2005/8/layout/hierarchy2"/>
    <dgm:cxn modelId="{64097341-1AD1-4CB1-A928-53DAA204092F}" type="presOf" srcId="{6C378367-387D-4A6B-8083-119AC10BDB90}" destId="{3DB66EB8-D70A-47E7-A867-AF1C1E324A73}" srcOrd="0" destOrd="0" presId="urn:microsoft.com/office/officeart/2005/8/layout/hierarchy2"/>
    <dgm:cxn modelId="{A96C0162-EF02-4D82-9454-CBB97E83DDA6}" type="presOf" srcId="{A819E562-452E-4616-A832-2F7FBEDEC794}" destId="{CA6F1BE3-C818-4200-BB2F-B8814A64E85E}" srcOrd="1" destOrd="0" presId="urn:microsoft.com/office/officeart/2005/8/layout/hierarchy2"/>
    <dgm:cxn modelId="{DC5D9864-C63B-4CAB-B4AA-CB400C5E574C}" type="presOf" srcId="{E48D5E58-DC9C-4F0C-9610-A0A3DC385385}" destId="{F5F265B3-4A82-4732-A84A-CB1F3F30AA27}" srcOrd="0" destOrd="0" presId="urn:microsoft.com/office/officeart/2005/8/layout/hierarchy2"/>
    <dgm:cxn modelId="{601B3E65-7B3D-41B2-946B-FE2D12D9FA0C}" type="presOf" srcId="{5E551857-DA13-4C94-A5C7-9DB90F9E0C8F}" destId="{96B30DE1-0EA9-4177-B5CF-8CAF4AB4DAD3}" srcOrd="1" destOrd="0" presId="urn:microsoft.com/office/officeart/2005/8/layout/hierarchy2"/>
    <dgm:cxn modelId="{33A86B48-A11F-42DE-8352-B7CFD6E4301F}" srcId="{D4AA9A88-264E-4AD8-852E-28892287694C}" destId="{45EBFF99-038E-4214-9A51-A2DDA27DEC7C}" srcOrd="0" destOrd="0" parTransId="{A5544CE1-9616-4B83-B19F-82D211BB45C9}" sibTransId="{0CDDFA2A-70D0-4721-8A41-578855F9868C}"/>
    <dgm:cxn modelId="{C53D5C6C-28F5-4468-BB0A-831976408869}" type="presOf" srcId="{D4AA9A88-264E-4AD8-852E-28892287694C}" destId="{29F5C1AA-F95B-4706-AC53-1CDF311B2FF2}" srcOrd="0" destOrd="0" presId="urn:microsoft.com/office/officeart/2005/8/layout/hierarchy2"/>
    <dgm:cxn modelId="{3471A36D-6F21-44A8-9708-5DF89E82B841}" type="presOf" srcId="{FB47E917-ED9E-4D15-89AE-2BF7E977FA40}" destId="{C7187B88-E412-4ECF-8291-7A7D5E819B1D}" srcOrd="0" destOrd="0" presId="urn:microsoft.com/office/officeart/2005/8/layout/hierarchy2"/>
    <dgm:cxn modelId="{3961CE6E-7482-49E3-9DE1-D4E739FF642D}" type="presOf" srcId="{FB47E917-ED9E-4D15-89AE-2BF7E977FA40}" destId="{B7C68BCF-1F45-4E43-BB81-B3FDB9CBD4B5}" srcOrd="1" destOrd="0" presId="urn:microsoft.com/office/officeart/2005/8/layout/hierarchy2"/>
    <dgm:cxn modelId="{80982E6F-FE7B-4E0A-9B14-C8832C895116}" type="presOf" srcId="{9F400F86-08AB-41EF-9993-5B4C27D2BB83}" destId="{0397AD47-C743-483A-AC25-2F5BD6AC95FE}" srcOrd="0" destOrd="0" presId="urn:microsoft.com/office/officeart/2005/8/layout/hierarchy2"/>
    <dgm:cxn modelId="{4A906170-106A-4456-8E4F-7C71D9524B42}" type="presOf" srcId="{53CBB9A1-626D-4FC1-A046-39414E224F3A}" destId="{D98A93CF-4B4F-4816-98C9-5EC45272F54B}" srcOrd="0" destOrd="0" presId="urn:microsoft.com/office/officeart/2005/8/layout/hierarchy2"/>
    <dgm:cxn modelId="{830B0271-E29A-40BB-8726-4ED66FBB762D}" type="presOf" srcId="{6C378367-387D-4A6B-8083-119AC10BDB90}" destId="{2A2AD782-EE11-4570-8332-F26247EB79A1}" srcOrd="1" destOrd="0" presId="urn:microsoft.com/office/officeart/2005/8/layout/hierarchy2"/>
    <dgm:cxn modelId="{30F63771-AA8F-46A1-B2BB-41F57B58E471}" type="presOf" srcId="{857FDC7F-8B0F-42E6-92DD-C5C307107052}" destId="{B76B5C1E-6537-4729-8B08-C0C6308F5DB2}" srcOrd="1" destOrd="0" presId="urn:microsoft.com/office/officeart/2005/8/layout/hierarchy2"/>
    <dgm:cxn modelId="{401BAD71-5542-4E06-B093-23FBC33485BC}" srcId="{E48D5E58-DC9C-4F0C-9610-A0A3DC385385}" destId="{E6A45C9B-704E-49FE-85F9-F9EADCA003BA}" srcOrd="1" destOrd="0" parTransId="{A819E562-452E-4616-A832-2F7FBEDEC794}" sibTransId="{E0023F39-D34F-4130-BF33-5E09942E518C}"/>
    <dgm:cxn modelId="{A4B56075-BA25-4C2B-8E88-C27D187FF398}" type="presOf" srcId="{A5544CE1-9616-4B83-B19F-82D211BB45C9}" destId="{793EECEB-613D-48F2-AE51-68A1124C26F2}" srcOrd="0" destOrd="0" presId="urn:microsoft.com/office/officeart/2005/8/layout/hierarchy2"/>
    <dgm:cxn modelId="{62726B57-2A3E-4B6B-BF74-1DDC6DA32973}" type="presOf" srcId="{F16E422B-7BE5-4635-8FED-B97063B8C26B}" destId="{736CE653-4227-40E0-95EA-E8602B9E4515}" srcOrd="0" destOrd="0" presId="urn:microsoft.com/office/officeart/2005/8/layout/hierarchy2"/>
    <dgm:cxn modelId="{64A49582-914E-4B5A-87BE-53814EBA7F5C}" srcId="{57133AC6-A33F-4A7C-9DA0-667903486D81}" destId="{9F400F86-08AB-41EF-9993-5B4C27D2BB83}" srcOrd="1" destOrd="0" parTransId="{857FDC7F-8B0F-42E6-92DD-C5C307107052}" sibTransId="{AE9857A4-9A4F-49AE-BE63-985000ACD33A}"/>
    <dgm:cxn modelId="{44B6C783-5DBE-4AC8-A27C-E0B1BFC0E083}" type="presOf" srcId="{F16E422B-7BE5-4635-8FED-B97063B8C26B}" destId="{E9B0352F-E953-4E29-932A-C14F40A6D5B4}" srcOrd="1" destOrd="0" presId="urn:microsoft.com/office/officeart/2005/8/layout/hierarchy2"/>
    <dgm:cxn modelId="{5474D983-4CC7-4097-A6CC-F9CB0A6CBDC3}" type="presOf" srcId="{7936EC8A-483B-4753-8B50-86E49F07409E}" destId="{993B4EAA-1E11-4FBE-AE0C-F4C5EFCCE179}" srcOrd="0" destOrd="0" presId="urn:microsoft.com/office/officeart/2005/8/layout/hierarchy2"/>
    <dgm:cxn modelId="{A6EEFE83-94D7-4AEF-9231-7CBFAC80AEBF}" type="presOf" srcId="{AD220BAB-541D-4976-AE66-0B03C2F727AA}" destId="{0047496C-01A7-4E2C-9F4E-A7C70B394554}" srcOrd="0" destOrd="0" presId="urn:microsoft.com/office/officeart/2005/8/layout/hierarchy2"/>
    <dgm:cxn modelId="{3D192786-C684-44F1-972F-7F172215B7C2}" type="presOf" srcId="{D587891D-5A68-41E4-88F2-3DEE57542C27}" destId="{1A8DF8A4-DDC3-4646-B27F-3725588E9D6A}" srcOrd="1" destOrd="0" presId="urn:microsoft.com/office/officeart/2005/8/layout/hierarchy2"/>
    <dgm:cxn modelId="{95CCCF89-71DF-43DE-987D-31DC670C94A1}" type="presOf" srcId="{CDE4FA50-8774-4B32-8CFF-268688E2253F}" destId="{E3769C64-395B-4CEB-BDF0-4151877BD40B}" srcOrd="0" destOrd="0" presId="urn:microsoft.com/office/officeart/2005/8/layout/hierarchy2"/>
    <dgm:cxn modelId="{4739A08C-0D06-43EF-81B7-DBA93E7B47E2}" type="presOf" srcId="{E25D72F7-BA52-450A-B8C1-D5138F16AD1E}" destId="{A0674C4E-905B-4186-941A-D347F7278E84}" srcOrd="0" destOrd="0" presId="urn:microsoft.com/office/officeart/2005/8/layout/hierarchy2"/>
    <dgm:cxn modelId="{057E3C8E-38BC-44E3-8EAD-7BC482CF33B9}" type="presOf" srcId="{01C8558B-DD1F-403F-A033-5A1BF5A0529F}" destId="{11F82F1E-447C-4C83-BDB5-C1CEB200EDC8}" srcOrd="1" destOrd="0" presId="urn:microsoft.com/office/officeart/2005/8/layout/hierarchy2"/>
    <dgm:cxn modelId="{4E4B8892-334D-4961-94F2-B432C7C312AA}" type="presOf" srcId="{8638997B-66D1-41F1-B9A2-4E943E8FB288}" destId="{D76844AB-74BE-4BA9-8BA1-F9A86B8404C8}" srcOrd="0" destOrd="0" presId="urn:microsoft.com/office/officeart/2005/8/layout/hierarchy2"/>
    <dgm:cxn modelId="{597DE092-A67F-4F04-955E-08CBF90E5B1F}" type="presOf" srcId="{01C8558B-DD1F-403F-A033-5A1BF5A0529F}" destId="{49278B64-119B-44D1-A469-62F415A55C60}" srcOrd="0" destOrd="0" presId="urn:microsoft.com/office/officeart/2005/8/layout/hierarchy2"/>
    <dgm:cxn modelId="{4AE9F894-3C00-4412-ADE7-DCBB37EBBD8C}" type="presOf" srcId="{57133AC6-A33F-4A7C-9DA0-667903486D81}" destId="{5A28F549-5439-4859-82C7-2E080DE8A5E4}" srcOrd="0" destOrd="0" presId="urn:microsoft.com/office/officeart/2005/8/layout/hierarchy2"/>
    <dgm:cxn modelId="{40719D96-F55D-46F3-97A8-2D6AAC09184A}" type="presOf" srcId="{8638997B-66D1-41F1-B9A2-4E943E8FB288}" destId="{1C9AD3B8-E4E9-4BA8-BF0E-6618CBD3CD85}" srcOrd="1" destOrd="0" presId="urn:microsoft.com/office/officeart/2005/8/layout/hierarchy2"/>
    <dgm:cxn modelId="{3A34699A-31FA-4964-9615-735ADCC30B86}" srcId="{57133AC6-A33F-4A7C-9DA0-667903486D81}" destId="{53CBB9A1-626D-4FC1-A046-39414E224F3A}" srcOrd="2" destOrd="0" parTransId="{4C487BF2-9995-4899-8091-CE6D07E86406}" sibTransId="{969BB124-9587-4F0C-8C9F-949E19C3BDE5}"/>
    <dgm:cxn modelId="{BD83A6A0-CB1B-48C4-ABA2-D6B759BD916C}" type="presOf" srcId="{DE0D58F7-F00D-4CFE-9841-8303699FBC20}" destId="{E66B78BB-0527-4FC5-AEDA-A9FFB1402687}" srcOrd="0" destOrd="0" presId="urn:microsoft.com/office/officeart/2005/8/layout/hierarchy2"/>
    <dgm:cxn modelId="{8BDC8BA3-E7AF-4CCB-AF6A-62D432238E98}" type="presOf" srcId="{A819E562-452E-4616-A832-2F7FBEDEC794}" destId="{0213A936-C826-4FF8-8C49-060361105B5C}" srcOrd="0" destOrd="0" presId="urn:microsoft.com/office/officeart/2005/8/layout/hierarchy2"/>
    <dgm:cxn modelId="{94BE98A5-E9E3-4292-B5F0-7A16A7F0478D}" srcId="{F29FA38C-D612-4607-9977-EF26B9583C89}" destId="{CDE4FA50-8774-4B32-8CFF-268688E2253F}" srcOrd="2" destOrd="0" parTransId="{5CF8856C-DBB8-44C2-8753-C8AC7DCC6880}" sibTransId="{1E994D4B-1177-4A78-BAD3-74ED8350068E}"/>
    <dgm:cxn modelId="{5C7B2DB1-D6FE-44F4-BE80-8330B1E3B952}" type="presOf" srcId="{277CCEA1-0C26-4064-B76A-DD22D0AD2776}" destId="{78479B97-CF64-4EE3-91F7-F8087445295C}" srcOrd="0" destOrd="0" presId="urn:microsoft.com/office/officeart/2005/8/layout/hierarchy2"/>
    <dgm:cxn modelId="{A91117B5-A0E9-4FC3-9CC6-9056E2C46D9B}" srcId="{B48CFB0B-CB28-4FB7-9318-7470D33AD9F7}" destId="{063BEEB5-6A56-40EF-A3DD-079F22E1D8F9}" srcOrd="1" destOrd="0" parTransId="{FB47E917-ED9E-4D15-89AE-2BF7E977FA40}" sibTransId="{733DF0D1-D3E2-4D0A-A0FB-8060CDD24DCB}"/>
    <dgm:cxn modelId="{F10B72B6-1F29-4570-BB54-EB3DEBA20BC3}" srcId="{B48CFB0B-CB28-4FB7-9318-7470D33AD9F7}" destId="{E48D5E58-DC9C-4F0C-9610-A0A3DC385385}" srcOrd="0" destOrd="0" parTransId="{01C8558B-DD1F-403F-A033-5A1BF5A0529F}" sibTransId="{5D9D4F1B-201C-4868-B157-BEC43AE70B2F}"/>
    <dgm:cxn modelId="{755986C1-B589-4A27-9ABF-09E6BA8126FA}" type="presOf" srcId="{F29FA38C-D612-4607-9977-EF26B9583C89}" destId="{05F69149-3B57-4D1B-84F0-E0CC88B29CD6}" srcOrd="0" destOrd="0" presId="urn:microsoft.com/office/officeart/2005/8/layout/hierarchy2"/>
    <dgm:cxn modelId="{390DBCC2-F369-4D96-B069-EEDF4B6931C5}" type="presOf" srcId="{5E551857-DA13-4C94-A5C7-9DB90F9E0C8F}" destId="{FB8DFB26-C068-446B-BC04-0FF2D63170F4}" srcOrd="0" destOrd="0" presId="urn:microsoft.com/office/officeart/2005/8/layout/hierarchy2"/>
    <dgm:cxn modelId="{B6A065C3-1F67-4414-BE10-7F9C3F7311EA}" type="presOf" srcId="{A5544CE1-9616-4B83-B19F-82D211BB45C9}" destId="{2B6CEF19-6FC2-49B0-89F7-6031A2DBEDEB}" srcOrd="1" destOrd="0" presId="urn:microsoft.com/office/officeart/2005/8/layout/hierarchy2"/>
    <dgm:cxn modelId="{71A30CC4-86E8-428E-8A77-64AA1464A623}" type="presOf" srcId="{45EBFF99-038E-4214-9A51-A2DDA27DEC7C}" destId="{12307164-732E-4E4A-A2AC-71F42689A475}" srcOrd="0" destOrd="0" presId="urn:microsoft.com/office/officeart/2005/8/layout/hierarchy2"/>
    <dgm:cxn modelId="{CF1AB3C7-AA28-4C21-9376-80131D3D80AD}" type="presOf" srcId="{277CCEA1-0C26-4064-B76A-DD22D0AD2776}" destId="{10AB7634-5B9F-4BAA-8DF4-5EDDA3E9E24A}" srcOrd="1" destOrd="0" presId="urn:microsoft.com/office/officeart/2005/8/layout/hierarchy2"/>
    <dgm:cxn modelId="{43D896CD-F8EA-46EC-9622-961E4DE1BB7F}" type="presOf" srcId="{D587891D-5A68-41E4-88F2-3DEE57542C27}" destId="{3C8D103D-C5A4-46E0-A574-DF9AE6A4C8F3}" srcOrd="0" destOrd="0" presId="urn:microsoft.com/office/officeart/2005/8/layout/hierarchy2"/>
    <dgm:cxn modelId="{1C7456CF-7397-4B58-8F31-7793801D96A7}" srcId="{E48D5E58-DC9C-4F0C-9610-A0A3DC385385}" destId="{F29FA38C-D612-4607-9977-EF26B9583C89}" srcOrd="0" destOrd="0" parTransId="{D587891D-5A68-41E4-88F2-3DEE57542C27}" sibTransId="{7109867F-1994-41FA-8949-C076849FE169}"/>
    <dgm:cxn modelId="{426F9FCF-0E00-417B-B610-344EA000DE0B}" type="presOf" srcId="{857FDC7F-8B0F-42E6-92DD-C5C307107052}" destId="{1CF2C32A-027C-4980-8B8C-F5C11B1196AB}" srcOrd="0" destOrd="0" presId="urn:microsoft.com/office/officeart/2005/8/layout/hierarchy2"/>
    <dgm:cxn modelId="{D7D22ED0-749E-4AF5-8865-911C332A1B67}" srcId="{063BEEB5-6A56-40EF-A3DD-079F22E1D8F9}" destId="{D4AA9A88-264E-4AD8-852E-28892287694C}" srcOrd="1" destOrd="0" parTransId="{F16E422B-7BE5-4635-8FED-B97063B8C26B}" sibTransId="{1C002448-7629-4053-B68F-ABAE1D96087A}"/>
    <dgm:cxn modelId="{BE646CD6-FA78-4A9C-8DD7-F7F1CFE863C9}" type="presOf" srcId="{57158299-97F9-4F12-B483-8D1F3792D38E}" destId="{C3FFF750-DAC3-453C-A1BD-790675C4C158}" srcOrd="0" destOrd="0" presId="urn:microsoft.com/office/officeart/2005/8/layout/hierarchy2"/>
    <dgm:cxn modelId="{829CF4E2-5C1E-4A6F-AFFC-87CA09E2788E}" srcId="{063BEEB5-6A56-40EF-A3DD-079F22E1D8F9}" destId="{F3C4F9D8-37D1-4323-AE53-A1CFCB6F204C}" srcOrd="2" destOrd="0" parTransId="{6C378367-387D-4A6B-8083-119AC10BDB90}" sibTransId="{D73DBF02-43E0-435C-B2BF-30766C208D81}"/>
    <dgm:cxn modelId="{FB9F94E6-5FA4-4BC4-AA81-BFB016390EA8}" type="presOf" srcId="{E6A45C9B-704E-49FE-85F9-F9EADCA003BA}" destId="{92815AD9-FBB1-4B80-A77E-DC3CFE245DD5}" srcOrd="0" destOrd="0" presId="urn:microsoft.com/office/officeart/2005/8/layout/hierarchy2"/>
    <dgm:cxn modelId="{ABF1EAE9-6719-4D71-B93E-4D8CB01100DA}" type="presOf" srcId="{4C487BF2-9995-4899-8091-CE6D07E86406}" destId="{F5C4D99B-6251-4623-BC0F-714E3420DD7E}" srcOrd="1" destOrd="0" presId="urn:microsoft.com/office/officeart/2005/8/layout/hierarchy2"/>
    <dgm:cxn modelId="{29CB94EA-C9CC-48B3-81A3-651EE58D4EF9}" type="presOf" srcId="{F3C4F9D8-37D1-4323-AE53-A1CFCB6F204C}" destId="{97915158-7EA5-4FD6-B7A3-C5EE7038FC95}" srcOrd="0" destOrd="0" presId="urn:microsoft.com/office/officeart/2005/8/layout/hierarchy2"/>
    <dgm:cxn modelId="{38F650F2-53DE-4F91-8FEE-30F59167B0D2}" srcId="{F29FA38C-D612-4607-9977-EF26B9583C89}" destId="{AD220BAB-541D-4976-AE66-0B03C2F727AA}" srcOrd="0" destOrd="0" parTransId="{277CCEA1-0C26-4064-B76A-DD22D0AD2776}" sibTransId="{C6F2090E-22CC-4053-B43E-8AC10B634D41}"/>
    <dgm:cxn modelId="{8E0748F1-E99F-4056-A6E7-FF0CCC97A6A1}" type="presParOf" srcId="{073F3C28-7B3D-4381-BB67-54018B10EAA5}" destId="{9468E3D4-AB3A-4CC3-9939-4FD612876CBB}" srcOrd="0" destOrd="0" presId="urn:microsoft.com/office/officeart/2005/8/layout/hierarchy2"/>
    <dgm:cxn modelId="{C56111C2-6319-4FC2-83DE-834221194E12}" type="presParOf" srcId="{9468E3D4-AB3A-4CC3-9939-4FD612876CBB}" destId="{DBC85AA5-1C83-4099-BD65-BF914F8AA0F6}" srcOrd="0" destOrd="0" presId="urn:microsoft.com/office/officeart/2005/8/layout/hierarchy2"/>
    <dgm:cxn modelId="{B0561109-4A89-4C2B-B9E7-2724304B9ACC}" type="presParOf" srcId="{9468E3D4-AB3A-4CC3-9939-4FD612876CBB}" destId="{E1D8B278-3102-4658-ACB8-81714EEDBD3B}" srcOrd="1" destOrd="0" presId="urn:microsoft.com/office/officeart/2005/8/layout/hierarchy2"/>
    <dgm:cxn modelId="{8D744C3F-83BE-4DB7-B8FB-87583F79A0BF}" type="presParOf" srcId="{E1D8B278-3102-4658-ACB8-81714EEDBD3B}" destId="{49278B64-119B-44D1-A469-62F415A55C60}" srcOrd="0" destOrd="0" presId="urn:microsoft.com/office/officeart/2005/8/layout/hierarchy2"/>
    <dgm:cxn modelId="{50F607FE-A60F-482D-9462-2CE34E29D249}" type="presParOf" srcId="{49278B64-119B-44D1-A469-62F415A55C60}" destId="{11F82F1E-447C-4C83-BDB5-C1CEB200EDC8}" srcOrd="0" destOrd="0" presId="urn:microsoft.com/office/officeart/2005/8/layout/hierarchy2"/>
    <dgm:cxn modelId="{9DFD2626-ECDA-4EBF-9B2E-E59D87A8316C}" type="presParOf" srcId="{E1D8B278-3102-4658-ACB8-81714EEDBD3B}" destId="{8AE64E16-B458-48C9-BD50-AB587011A960}" srcOrd="1" destOrd="0" presId="urn:microsoft.com/office/officeart/2005/8/layout/hierarchy2"/>
    <dgm:cxn modelId="{CB77B4B5-E820-4F7B-8CF5-3B8A812BB6B9}" type="presParOf" srcId="{8AE64E16-B458-48C9-BD50-AB587011A960}" destId="{F5F265B3-4A82-4732-A84A-CB1F3F30AA27}" srcOrd="0" destOrd="0" presId="urn:microsoft.com/office/officeart/2005/8/layout/hierarchy2"/>
    <dgm:cxn modelId="{D2C65A91-9A9E-4537-A246-3E12415B09E3}" type="presParOf" srcId="{8AE64E16-B458-48C9-BD50-AB587011A960}" destId="{949EBF5B-AAF8-49A4-9879-157C8CEAB6D8}" srcOrd="1" destOrd="0" presId="urn:microsoft.com/office/officeart/2005/8/layout/hierarchy2"/>
    <dgm:cxn modelId="{3BA829D8-F14C-43E6-9C78-40066864CBF9}" type="presParOf" srcId="{949EBF5B-AAF8-49A4-9879-157C8CEAB6D8}" destId="{3C8D103D-C5A4-46E0-A574-DF9AE6A4C8F3}" srcOrd="0" destOrd="0" presId="urn:microsoft.com/office/officeart/2005/8/layout/hierarchy2"/>
    <dgm:cxn modelId="{0D0895F9-6A69-40D3-A807-715A9804A8D5}" type="presParOf" srcId="{3C8D103D-C5A4-46E0-A574-DF9AE6A4C8F3}" destId="{1A8DF8A4-DDC3-4646-B27F-3725588E9D6A}" srcOrd="0" destOrd="0" presId="urn:microsoft.com/office/officeart/2005/8/layout/hierarchy2"/>
    <dgm:cxn modelId="{68C82021-E53F-428D-88CA-BE563287B54D}" type="presParOf" srcId="{949EBF5B-AAF8-49A4-9879-157C8CEAB6D8}" destId="{F778ECB8-1A0F-423A-83A9-750252994E8C}" srcOrd="1" destOrd="0" presId="urn:microsoft.com/office/officeart/2005/8/layout/hierarchy2"/>
    <dgm:cxn modelId="{DBA1CB64-738E-4A4F-B449-7D1F3B57EFC4}" type="presParOf" srcId="{F778ECB8-1A0F-423A-83A9-750252994E8C}" destId="{05F69149-3B57-4D1B-84F0-E0CC88B29CD6}" srcOrd="0" destOrd="0" presId="urn:microsoft.com/office/officeart/2005/8/layout/hierarchy2"/>
    <dgm:cxn modelId="{AC03CD4E-091D-45C6-9139-054BADCD7CE6}" type="presParOf" srcId="{F778ECB8-1A0F-423A-83A9-750252994E8C}" destId="{C1B16398-E86F-45B7-BA3C-689C4FF104CF}" srcOrd="1" destOrd="0" presId="urn:microsoft.com/office/officeart/2005/8/layout/hierarchy2"/>
    <dgm:cxn modelId="{63C1CB32-D641-4CF4-B3E9-76E796F38B59}" type="presParOf" srcId="{C1B16398-E86F-45B7-BA3C-689C4FF104CF}" destId="{78479B97-CF64-4EE3-91F7-F8087445295C}" srcOrd="0" destOrd="0" presId="urn:microsoft.com/office/officeart/2005/8/layout/hierarchy2"/>
    <dgm:cxn modelId="{BE29CC96-EA0B-4653-A40C-B41E786FE14F}" type="presParOf" srcId="{78479B97-CF64-4EE3-91F7-F8087445295C}" destId="{10AB7634-5B9F-4BAA-8DF4-5EDDA3E9E24A}" srcOrd="0" destOrd="0" presId="urn:microsoft.com/office/officeart/2005/8/layout/hierarchy2"/>
    <dgm:cxn modelId="{0BD3C687-E255-42E7-BC42-3A9434CEFAB6}" type="presParOf" srcId="{C1B16398-E86F-45B7-BA3C-689C4FF104CF}" destId="{58137854-A2A7-4CFB-86A2-79B7D27C213A}" srcOrd="1" destOrd="0" presId="urn:microsoft.com/office/officeart/2005/8/layout/hierarchy2"/>
    <dgm:cxn modelId="{B5D3C13B-9392-4363-BB4F-E4C260C3602C}" type="presParOf" srcId="{58137854-A2A7-4CFB-86A2-79B7D27C213A}" destId="{0047496C-01A7-4E2C-9F4E-A7C70B394554}" srcOrd="0" destOrd="0" presId="urn:microsoft.com/office/officeart/2005/8/layout/hierarchy2"/>
    <dgm:cxn modelId="{8C5662A9-9B72-453E-8FD9-D6C7897EE125}" type="presParOf" srcId="{58137854-A2A7-4CFB-86A2-79B7D27C213A}" destId="{7413648C-D343-448F-8F07-25775D8DBFD3}" srcOrd="1" destOrd="0" presId="urn:microsoft.com/office/officeart/2005/8/layout/hierarchy2"/>
    <dgm:cxn modelId="{DAB67968-217D-4692-AE26-F6D4F376AB22}" type="presParOf" srcId="{C1B16398-E86F-45B7-BA3C-689C4FF104CF}" destId="{FB8DFB26-C068-446B-BC04-0FF2D63170F4}" srcOrd="2" destOrd="0" presId="urn:microsoft.com/office/officeart/2005/8/layout/hierarchy2"/>
    <dgm:cxn modelId="{D8EC7251-0359-4221-B127-2BE478C5B9D7}" type="presParOf" srcId="{FB8DFB26-C068-446B-BC04-0FF2D63170F4}" destId="{96B30DE1-0EA9-4177-B5CF-8CAF4AB4DAD3}" srcOrd="0" destOrd="0" presId="urn:microsoft.com/office/officeart/2005/8/layout/hierarchy2"/>
    <dgm:cxn modelId="{79E1030F-44B8-4AFA-9822-BED1F6F8AD83}" type="presParOf" srcId="{C1B16398-E86F-45B7-BA3C-689C4FF104CF}" destId="{D4C96F55-E4B8-4A77-A9D5-F98D69F3CDB3}" srcOrd="3" destOrd="0" presId="urn:microsoft.com/office/officeart/2005/8/layout/hierarchy2"/>
    <dgm:cxn modelId="{2D8C043E-1DC0-46E3-8D4F-E7EB95A5F532}" type="presParOf" srcId="{D4C96F55-E4B8-4A77-A9D5-F98D69F3CDB3}" destId="{993B4EAA-1E11-4FBE-AE0C-F4C5EFCCE179}" srcOrd="0" destOrd="0" presId="urn:microsoft.com/office/officeart/2005/8/layout/hierarchy2"/>
    <dgm:cxn modelId="{A5D9773A-5CEF-46B5-9B4B-058B74590559}" type="presParOf" srcId="{D4C96F55-E4B8-4A77-A9D5-F98D69F3CDB3}" destId="{B2DBEBF9-7955-4DFD-8EB3-B862EC7D432F}" srcOrd="1" destOrd="0" presId="urn:microsoft.com/office/officeart/2005/8/layout/hierarchy2"/>
    <dgm:cxn modelId="{8D7D33CA-738F-472C-92EE-46794E406285}" type="presParOf" srcId="{C1B16398-E86F-45B7-BA3C-689C4FF104CF}" destId="{EF8250F8-3E31-47FA-A17B-1E9D551A7AF3}" srcOrd="4" destOrd="0" presId="urn:microsoft.com/office/officeart/2005/8/layout/hierarchy2"/>
    <dgm:cxn modelId="{2BA0729B-333A-4F1C-AF9B-82BFFDCE5A96}" type="presParOf" srcId="{EF8250F8-3E31-47FA-A17B-1E9D551A7AF3}" destId="{BC96E07B-69FD-416C-B5DB-C896D94FE5ED}" srcOrd="0" destOrd="0" presId="urn:microsoft.com/office/officeart/2005/8/layout/hierarchy2"/>
    <dgm:cxn modelId="{BCACC0AE-F35A-4A34-9ABF-41E2366AE9B4}" type="presParOf" srcId="{C1B16398-E86F-45B7-BA3C-689C4FF104CF}" destId="{B3949DC5-70DA-4C20-8718-99A515DA0CDB}" srcOrd="5" destOrd="0" presId="urn:microsoft.com/office/officeart/2005/8/layout/hierarchy2"/>
    <dgm:cxn modelId="{3025D482-C0C8-455C-A28E-70421E8B040F}" type="presParOf" srcId="{B3949DC5-70DA-4C20-8718-99A515DA0CDB}" destId="{E3769C64-395B-4CEB-BDF0-4151877BD40B}" srcOrd="0" destOrd="0" presId="urn:microsoft.com/office/officeart/2005/8/layout/hierarchy2"/>
    <dgm:cxn modelId="{624DB92D-5222-4818-BC79-481922032CB4}" type="presParOf" srcId="{B3949DC5-70DA-4C20-8718-99A515DA0CDB}" destId="{94EA2270-C2AB-40B8-99E8-48AF8770B198}" srcOrd="1" destOrd="0" presId="urn:microsoft.com/office/officeart/2005/8/layout/hierarchy2"/>
    <dgm:cxn modelId="{F102F684-6F2D-4D82-879B-68E1CC137EB0}" type="presParOf" srcId="{C1B16398-E86F-45B7-BA3C-689C4FF104CF}" destId="{D76844AB-74BE-4BA9-8BA1-F9A86B8404C8}" srcOrd="6" destOrd="0" presId="urn:microsoft.com/office/officeart/2005/8/layout/hierarchy2"/>
    <dgm:cxn modelId="{1F4D533F-8107-46E2-B346-FDBD1DB61357}" type="presParOf" srcId="{D76844AB-74BE-4BA9-8BA1-F9A86B8404C8}" destId="{1C9AD3B8-E4E9-4BA8-BF0E-6618CBD3CD85}" srcOrd="0" destOrd="0" presId="urn:microsoft.com/office/officeart/2005/8/layout/hierarchy2"/>
    <dgm:cxn modelId="{3D20AFF7-B529-4331-9651-08635624E2F1}" type="presParOf" srcId="{C1B16398-E86F-45B7-BA3C-689C4FF104CF}" destId="{3FC0AA2C-9588-40AD-91F6-366C3157E9EF}" srcOrd="7" destOrd="0" presId="urn:microsoft.com/office/officeart/2005/8/layout/hierarchy2"/>
    <dgm:cxn modelId="{E15AD2AF-D12D-4D6B-B1B7-26E98434C091}" type="presParOf" srcId="{3FC0AA2C-9588-40AD-91F6-366C3157E9EF}" destId="{A0674C4E-905B-4186-941A-D347F7278E84}" srcOrd="0" destOrd="0" presId="urn:microsoft.com/office/officeart/2005/8/layout/hierarchy2"/>
    <dgm:cxn modelId="{E215BB89-C615-44A9-9560-A47CECE9A9E8}" type="presParOf" srcId="{3FC0AA2C-9588-40AD-91F6-366C3157E9EF}" destId="{3319B75C-0277-4C43-A3CB-40B017F18C0F}" srcOrd="1" destOrd="0" presId="urn:microsoft.com/office/officeart/2005/8/layout/hierarchy2"/>
    <dgm:cxn modelId="{B9D201C3-613F-4345-9BC5-B6C3B6756629}" type="presParOf" srcId="{949EBF5B-AAF8-49A4-9879-157C8CEAB6D8}" destId="{0213A936-C826-4FF8-8C49-060361105B5C}" srcOrd="2" destOrd="0" presId="urn:microsoft.com/office/officeart/2005/8/layout/hierarchy2"/>
    <dgm:cxn modelId="{5049B43C-1CFF-4DA7-BAA2-6C5F919E9E0E}" type="presParOf" srcId="{0213A936-C826-4FF8-8C49-060361105B5C}" destId="{CA6F1BE3-C818-4200-BB2F-B8814A64E85E}" srcOrd="0" destOrd="0" presId="urn:microsoft.com/office/officeart/2005/8/layout/hierarchy2"/>
    <dgm:cxn modelId="{205402CC-A111-47AD-8CD2-82B9AE7C1D4A}" type="presParOf" srcId="{949EBF5B-AAF8-49A4-9879-157C8CEAB6D8}" destId="{47BA8148-73B4-4237-9946-25C2C83D843F}" srcOrd="3" destOrd="0" presId="urn:microsoft.com/office/officeart/2005/8/layout/hierarchy2"/>
    <dgm:cxn modelId="{D3280C27-FC41-4902-8EAF-000858C3D9DC}" type="presParOf" srcId="{47BA8148-73B4-4237-9946-25C2C83D843F}" destId="{92815AD9-FBB1-4B80-A77E-DC3CFE245DD5}" srcOrd="0" destOrd="0" presId="urn:microsoft.com/office/officeart/2005/8/layout/hierarchy2"/>
    <dgm:cxn modelId="{BF5B128F-5876-4621-90BF-E7F7909DFB23}" type="presParOf" srcId="{47BA8148-73B4-4237-9946-25C2C83D843F}" destId="{8A273D93-C29E-45DC-83E3-72E8C8312A28}" srcOrd="1" destOrd="0" presId="urn:microsoft.com/office/officeart/2005/8/layout/hierarchy2"/>
    <dgm:cxn modelId="{87870EFA-4A40-4A3B-A45C-0174D5552CA5}" type="presParOf" srcId="{E1D8B278-3102-4658-ACB8-81714EEDBD3B}" destId="{C7187B88-E412-4ECF-8291-7A7D5E819B1D}" srcOrd="2" destOrd="0" presId="urn:microsoft.com/office/officeart/2005/8/layout/hierarchy2"/>
    <dgm:cxn modelId="{BDC586AF-74BB-4517-825B-9F9221C814CF}" type="presParOf" srcId="{C7187B88-E412-4ECF-8291-7A7D5E819B1D}" destId="{B7C68BCF-1F45-4E43-BB81-B3FDB9CBD4B5}" srcOrd="0" destOrd="0" presId="urn:microsoft.com/office/officeart/2005/8/layout/hierarchy2"/>
    <dgm:cxn modelId="{348C206B-D6DB-4E13-87A2-93F63DADA6B0}" type="presParOf" srcId="{E1D8B278-3102-4658-ACB8-81714EEDBD3B}" destId="{D2105D0E-DCB6-4CBD-8CDA-9516B47C5EA8}" srcOrd="3" destOrd="0" presId="urn:microsoft.com/office/officeart/2005/8/layout/hierarchy2"/>
    <dgm:cxn modelId="{BEB368FD-4F69-43B0-A248-62F18E86936E}" type="presParOf" srcId="{D2105D0E-DCB6-4CBD-8CDA-9516B47C5EA8}" destId="{FCB547A1-D445-4327-8A62-17EFA5D541A4}" srcOrd="0" destOrd="0" presId="urn:microsoft.com/office/officeart/2005/8/layout/hierarchy2"/>
    <dgm:cxn modelId="{DC1E40E8-EAFA-442A-B3B8-31E8E40ED8CE}" type="presParOf" srcId="{D2105D0E-DCB6-4CBD-8CDA-9516B47C5EA8}" destId="{68EA59BE-6421-4E80-99C5-96219F292511}" srcOrd="1" destOrd="0" presId="urn:microsoft.com/office/officeart/2005/8/layout/hierarchy2"/>
    <dgm:cxn modelId="{88C8B36F-1EB4-458A-B2DF-F3CC3BF8930A}" type="presParOf" srcId="{68EA59BE-6421-4E80-99C5-96219F292511}" destId="{E66B78BB-0527-4FC5-AEDA-A9FFB1402687}" srcOrd="0" destOrd="0" presId="urn:microsoft.com/office/officeart/2005/8/layout/hierarchy2"/>
    <dgm:cxn modelId="{A0F63E25-4018-48EC-BAB2-1EC6B19E94C7}" type="presParOf" srcId="{E66B78BB-0527-4FC5-AEDA-A9FFB1402687}" destId="{D87B4B96-C5E9-4192-8E56-9083CC6242E7}" srcOrd="0" destOrd="0" presId="urn:microsoft.com/office/officeart/2005/8/layout/hierarchy2"/>
    <dgm:cxn modelId="{B3CC4EFC-CE7F-4363-9543-7241DB4CB08B}" type="presParOf" srcId="{68EA59BE-6421-4E80-99C5-96219F292511}" destId="{12CF72C7-3EC9-467A-9AE2-D57AD872DA9C}" srcOrd="1" destOrd="0" presId="urn:microsoft.com/office/officeart/2005/8/layout/hierarchy2"/>
    <dgm:cxn modelId="{0CF18DBB-D873-4ECA-B7E9-B039547AB417}" type="presParOf" srcId="{12CF72C7-3EC9-467A-9AE2-D57AD872DA9C}" destId="{5A28F549-5439-4859-82C7-2E080DE8A5E4}" srcOrd="0" destOrd="0" presId="urn:microsoft.com/office/officeart/2005/8/layout/hierarchy2"/>
    <dgm:cxn modelId="{20572A88-BA9B-49DA-8163-E120040B4A31}" type="presParOf" srcId="{12CF72C7-3EC9-467A-9AE2-D57AD872DA9C}" destId="{FBDCE1D7-EB9D-4CC9-88FF-7FB8FF39263F}" srcOrd="1" destOrd="0" presId="urn:microsoft.com/office/officeart/2005/8/layout/hierarchy2"/>
    <dgm:cxn modelId="{D5D3A31D-32D1-4722-99FC-1BA47E7592C2}" type="presParOf" srcId="{FBDCE1D7-EB9D-4CC9-88FF-7FB8FF39263F}" destId="{61386C64-8AC1-448B-B0C0-765C5245C2C3}" srcOrd="0" destOrd="0" presId="urn:microsoft.com/office/officeart/2005/8/layout/hierarchy2"/>
    <dgm:cxn modelId="{DA1F53B9-6E2D-4D71-A286-421B0041A7C8}" type="presParOf" srcId="{61386C64-8AC1-448B-B0C0-765C5245C2C3}" destId="{53BC1662-7056-46EF-A5BA-33D01B742414}" srcOrd="0" destOrd="0" presId="urn:microsoft.com/office/officeart/2005/8/layout/hierarchy2"/>
    <dgm:cxn modelId="{9C7C934E-8635-4B26-99EB-91E9D194B5AC}" type="presParOf" srcId="{FBDCE1D7-EB9D-4CC9-88FF-7FB8FF39263F}" destId="{6C1E8269-1323-4292-9C8D-4835A3DF5E05}" srcOrd="1" destOrd="0" presId="urn:microsoft.com/office/officeart/2005/8/layout/hierarchy2"/>
    <dgm:cxn modelId="{644188D9-7140-4309-BCBF-AFC052DFAADC}" type="presParOf" srcId="{6C1E8269-1323-4292-9C8D-4835A3DF5E05}" destId="{C3FFF750-DAC3-453C-A1BD-790675C4C158}" srcOrd="0" destOrd="0" presId="urn:microsoft.com/office/officeart/2005/8/layout/hierarchy2"/>
    <dgm:cxn modelId="{DDE3F380-753B-4766-89DD-BA94926BAC3B}" type="presParOf" srcId="{6C1E8269-1323-4292-9C8D-4835A3DF5E05}" destId="{3933C15F-99EF-4D15-BE89-881772DE6FA0}" srcOrd="1" destOrd="0" presId="urn:microsoft.com/office/officeart/2005/8/layout/hierarchy2"/>
    <dgm:cxn modelId="{62836EF9-9714-4CEA-99B1-7D0154A8B139}" type="presParOf" srcId="{FBDCE1D7-EB9D-4CC9-88FF-7FB8FF39263F}" destId="{1CF2C32A-027C-4980-8B8C-F5C11B1196AB}" srcOrd="2" destOrd="0" presId="urn:microsoft.com/office/officeart/2005/8/layout/hierarchy2"/>
    <dgm:cxn modelId="{AFE9C6ED-9E2D-4E03-BB35-0ED107E2BBDA}" type="presParOf" srcId="{1CF2C32A-027C-4980-8B8C-F5C11B1196AB}" destId="{B76B5C1E-6537-4729-8B08-C0C6308F5DB2}" srcOrd="0" destOrd="0" presId="urn:microsoft.com/office/officeart/2005/8/layout/hierarchy2"/>
    <dgm:cxn modelId="{F7B1D108-8C51-463C-8BAE-BDE1545B7621}" type="presParOf" srcId="{FBDCE1D7-EB9D-4CC9-88FF-7FB8FF39263F}" destId="{61A3F975-53F3-4B01-A3C9-EDC20AC38AC2}" srcOrd="3" destOrd="0" presId="urn:microsoft.com/office/officeart/2005/8/layout/hierarchy2"/>
    <dgm:cxn modelId="{2DEE1637-FD92-4A25-9A55-41F7D2D9162C}" type="presParOf" srcId="{61A3F975-53F3-4B01-A3C9-EDC20AC38AC2}" destId="{0397AD47-C743-483A-AC25-2F5BD6AC95FE}" srcOrd="0" destOrd="0" presId="urn:microsoft.com/office/officeart/2005/8/layout/hierarchy2"/>
    <dgm:cxn modelId="{5D0C115A-157D-462E-B04D-EAEF52622C06}" type="presParOf" srcId="{61A3F975-53F3-4B01-A3C9-EDC20AC38AC2}" destId="{0E2BFACD-AF7C-4093-BC4A-C23338DBE6A2}" srcOrd="1" destOrd="0" presId="urn:microsoft.com/office/officeart/2005/8/layout/hierarchy2"/>
    <dgm:cxn modelId="{5D2F193D-9654-4A76-BE56-D7A8A91DF6BE}" type="presParOf" srcId="{FBDCE1D7-EB9D-4CC9-88FF-7FB8FF39263F}" destId="{D14DEDA9-42F6-45C0-8530-AF5C108C3256}" srcOrd="4" destOrd="0" presId="urn:microsoft.com/office/officeart/2005/8/layout/hierarchy2"/>
    <dgm:cxn modelId="{9E76201A-61A2-4C41-9AC5-73AAD88D89A6}" type="presParOf" srcId="{D14DEDA9-42F6-45C0-8530-AF5C108C3256}" destId="{F5C4D99B-6251-4623-BC0F-714E3420DD7E}" srcOrd="0" destOrd="0" presId="urn:microsoft.com/office/officeart/2005/8/layout/hierarchy2"/>
    <dgm:cxn modelId="{7435B7BF-4E59-4BC1-B707-1A4FFA717B7F}" type="presParOf" srcId="{FBDCE1D7-EB9D-4CC9-88FF-7FB8FF39263F}" destId="{40FCD492-9376-42BB-970A-C3FDC93CF673}" srcOrd="5" destOrd="0" presId="urn:microsoft.com/office/officeart/2005/8/layout/hierarchy2"/>
    <dgm:cxn modelId="{68BE0F25-CB4B-4F3E-886B-319A20FB7B15}" type="presParOf" srcId="{40FCD492-9376-42BB-970A-C3FDC93CF673}" destId="{D98A93CF-4B4F-4816-98C9-5EC45272F54B}" srcOrd="0" destOrd="0" presId="urn:microsoft.com/office/officeart/2005/8/layout/hierarchy2"/>
    <dgm:cxn modelId="{F6F1E4CA-4DEB-4507-97BE-28D629B5EA72}" type="presParOf" srcId="{40FCD492-9376-42BB-970A-C3FDC93CF673}" destId="{01D2F537-4E7C-4598-A5B8-27A909F5F6BD}" srcOrd="1" destOrd="0" presId="urn:microsoft.com/office/officeart/2005/8/layout/hierarchy2"/>
    <dgm:cxn modelId="{20174AB6-E7B2-42CB-AD50-FF9E3071173C}" type="presParOf" srcId="{68EA59BE-6421-4E80-99C5-96219F292511}" destId="{736CE653-4227-40E0-95EA-E8602B9E4515}" srcOrd="2" destOrd="0" presId="urn:microsoft.com/office/officeart/2005/8/layout/hierarchy2"/>
    <dgm:cxn modelId="{E66F1658-1857-4E40-BCBE-0D5E37E45434}" type="presParOf" srcId="{736CE653-4227-40E0-95EA-E8602B9E4515}" destId="{E9B0352F-E953-4E29-932A-C14F40A6D5B4}" srcOrd="0" destOrd="0" presId="urn:microsoft.com/office/officeart/2005/8/layout/hierarchy2"/>
    <dgm:cxn modelId="{069E8528-DDAD-4203-B09D-15EDFCA404A7}" type="presParOf" srcId="{68EA59BE-6421-4E80-99C5-96219F292511}" destId="{C8A1DE9D-0EE5-47F8-8F58-FA6EAE74BA81}" srcOrd="3" destOrd="0" presId="urn:microsoft.com/office/officeart/2005/8/layout/hierarchy2"/>
    <dgm:cxn modelId="{3B2C40EF-0C54-4672-83A8-84A8D941788C}" type="presParOf" srcId="{C8A1DE9D-0EE5-47F8-8F58-FA6EAE74BA81}" destId="{29F5C1AA-F95B-4706-AC53-1CDF311B2FF2}" srcOrd="0" destOrd="0" presId="urn:microsoft.com/office/officeart/2005/8/layout/hierarchy2"/>
    <dgm:cxn modelId="{AC4A4841-CF34-45A9-9804-669B287D193F}" type="presParOf" srcId="{C8A1DE9D-0EE5-47F8-8F58-FA6EAE74BA81}" destId="{7AE1CC2A-13F3-4C33-8FB2-06CD8BE7B334}" srcOrd="1" destOrd="0" presId="urn:microsoft.com/office/officeart/2005/8/layout/hierarchy2"/>
    <dgm:cxn modelId="{91691D50-141A-4B75-B40A-13CBDDAD8A3E}" type="presParOf" srcId="{7AE1CC2A-13F3-4C33-8FB2-06CD8BE7B334}" destId="{793EECEB-613D-48F2-AE51-68A1124C26F2}" srcOrd="0" destOrd="0" presId="urn:microsoft.com/office/officeart/2005/8/layout/hierarchy2"/>
    <dgm:cxn modelId="{E6FF1860-D772-4EFF-B11C-EFD905585FFD}" type="presParOf" srcId="{793EECEB-613D-48F2-AE51-68A1124C26F2}" destId="{2B6CEF19-6FC2-49B0-89F7-6031A2DBEDEB}" srcOrd="0" destOrd="0" presId="urn:microsoft.com/office/officeart/2005/8/layout/hierarchy2"/>
    <dgm:cxn modelId="{1679572F-7C86-46E4-823B-6216E263CD72}" type="presParOf" srcId="{7AE1CC2A-13F3-4C33-8FB2-06CD8BE7B334}" destId="{FE7ABFB8-BF6C-4CD9-96BB-C8268076C002}" srcOrd="1" destOrd="0" presId="urn:microsoft.com/office/officeart/2005/8/layout/hierarchy2"/>
    <dgm:cxn modelId="{5FEE4CFA-99C2-462F-A615-FE5C8570EF51}" type="presParOf" srcId="{FE7ABFB8-BF6C-4CD9-96BB-C8268076C002}" destId="{12307164-732E-4E4A-A2AC-71F42689A475}" srcOrd="0" destOrd="0" presId="urn:microsoft.com/office/officeart/2005/8/layout/hierarchy2"/>
    <dgm:cxn modelId="{C1A6B31C-462D-446F-A12B-4BA838CF60EA}" type="presParOf" srcId="{FE7ABFB8-BF6C-4CD9-96BB-C8268076C002}" destId="{34DB241E-A4A3-42FD-9E90-7A412FAEEC83}" srcOrd="1" destOrd="0" presId="urn:microsoft.com/office/officeart/2005/8/layout/hierarchy2"/>
    <dgm:cxn modelId="{8DC97F0D-1D87-4F50-82D1-7E7F71B2ECA6}" type="presParOf" srcId="{68EA59BE-6421-4E80-99C5-96219F292511}" destId="{3DB66EB8-D70A-47E7-A867-AF1C1E324A73}" srcOrd="4" destOrd="0" presId="urn:microsoft.com/office/officeart/2005/8/layout/hierarchy2"/>
    <dgm:cxn modelId="{58FD53EE-28EB-4817-B1C3-D0D10EF12BC0}" type="presParOf" srcId="{3DB66EB8-D70A-47E7-A867-AF1C1E324A73}" destId="{2A2AD782-EE11-4570-8332-F26247EB79A1}" srcOrd="0" destOrd="0" presId="urn:microsoft.com/office/officeart/2005/8/layout/hierarchy2"/>
    <dgm:cxn modelId="{899C164D-4152-44E9-AA65-CE15F3EF60D9}" type="presParOf" srcId="{68EA59BE-6421-4E80-99C5-96219F292511}" destId="{9E5D34FF-014E-4964-B7B6-026A1577C3EA}" srcOrd="5" destOrd="0" presId="urn:microsoft.com/office/officeart/2005/8/layout/hierarchy2"/>
    <dgm:cxn modelId="{E4FA2C82-9F02-4930-A241-DC2D1C79DBEC}" type="presParOf" srcId="{9E5D34FF-014E-4964-B7B6-026A1577C3EA}" destId="{97915158-7EA5-4FD6-B7A3-C5EE7038FC95}" srcOrd="0" destOrd="0" presId="urn:microsoft.com/office/officeart/2005/8/layout/hierarchy2"/>
    <dgm:cxn modelId="{585898AC-C077-4534-815E-39C5FD21C095}" type="presParOf" srcId="{9E5D34FF-014E-4964-B7B6-026A1577C3EA}" destId="{D74FB222-F797-4C78-A7C3-E3A361EB798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85AA5-1C83-4099-BD65-BF914F8AA0F6}">
      <dsp:nvSpPr>
        <dsp:cNvPr id="0" name=""/>
        <dsp:cNvSpPr/>
      </dsp:nvSpPr>
      <dsp:spPr>
        <a:xfrm>
          <a:off x="1378773" y="2550972"/>
          <a:ext cx="1614515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数据类型</a:t>
          </a:r>
        </a:p>
      </dsp:txBody>
      <dsp:txXfrm>
        <a:off x="1394057" y="2566256"/>
        <a:ext cx="1583947" cy="491277"/>
      </dsp:txXfrm>
    </dsp:sp>
    <dsp:sp modelId="{49278B64-119B-44D1-A469-62F415A55C60}">
      <dsp:nvSpPr>
        <dsp:cNvPr id="0" name=""/>
        <dsp:cNvSpPr/>
      </dsp:nvSpPr>
      <dsp:spPr>
        <a:xfrm rot="17230830">
          <a:off x="2495358" y="2127936"/>
          <a:ext cx="141333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1413338" y="882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95358" y="2101424"/>
        <a:ext cx="1413338" cy="70666"/>
      </dsp:txXfrm>
    </dsp:sp>
    <dsp:sp modelId="{F5F265B3-4A82-4732-A84A-CB1F3F30AA27}">
      <dsp:nvSpPr>
        <dsp:cNvPr id="0" name=""/>
        <dsp:cNvSpPr/>
      </dsp:nvSpPr>
      <dsp:spPr>
        <a:xfrm>
          <a:off x="3410765" y="1200698"/>
          <a:ext cx="1630369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单个数据类型</a:t>
          </a:r>
        </a:p>
      </dsp:txBody>
      <dsp:txXfrm>
        <a:off x="3426049" y="1215982"/>
        <a:ext cx="1599801" cy="491277"/>
      </dsp:txXfrm>
    </dsp:sp>
    <dsp:sp modelId="{3C8D103D-C5A4-46E0-A574-DF9AE6A4C8F3}">
      <dsp:nvSpPr>
        <dsp:cNvPr id="0" name=""/>
        <dsp:cNvSpPr/>
      </dsp:nvSpPr>
      <dsp:spPr>
        <a:xfrm rot="19457599">
          <a:off x="4992811" y="1302768"/>
          <a:ext cx="514123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514123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92811" y="1298737"/>
        <a:ext cx="514123" cy="25706"/>
      </dsp:txXfrm>
    </dsp:sp>
    <dsp:sp modelId="{05F69149-3B57-4D1B-84F0-E0CC88B29CD6}">
      <dsp:nvSpPr>
        <dsp:cNvPr id="0" name=""/>
        <dsp:cNvSpPr/>
      </dsp:nvSpPr>
      <dsp:spPr>
        <a:xfrm>
          <a:off x="5458611" y="900637"/>
          <a:ext cx="1630369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数字</a:t>
          </a:r>
        </a:p>
      </dsp:txBody>
      <dsp:txXfrm>
        <a:off x="5473895" y="915921"/>
        <a:ext cx="1599801" cy="491277"/>
      </dsp:txXfrm>
    </dsp:sp>
    <dsp:sp modelId="{78479B97-CF64-4EE3-91F7-F8087445295C}">
      <dsp:nvSpPr>
        <dsp:cNvPr id="0" name=""/>
        <dsp:cNvSpPr/>
      </dsp:nvSpPr>
      <dsp:spPr>
        <a:xfrm rot="17692822">
          <a:off x="6801579" y="702646"/>
          <a:ext cx="992277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992277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272911" y="686661"/>
        <a:ext cx="49613" cy="49613"/>
      </dsp:txXfrm>
    </dsp:sp>
    <dsp:sp modelId="{0047496C-01A7-4E2C-9F4E-A7C70B394554}">
      <dsp:nvSpPr>
        <dsp:cNvPr id="0" name=""/>
        <dsp:cNvSpPr/>
      </dsp:nvSpPr>
      <dsp:spPr>
        <a:xfrm>
          <a:off x="7506456" y="454"/>
          <a:ext cx="1043690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整数</a:t>
          </a:r>
        </a:p>
      </dsp:txBody>
      <dsp:txXfrm>
        <a:off x="7521740" y="15738"/>
        <a:ext cx="1013122" cy="491277"/>
      </dsp:txXfrm>
    </dsp:sp>
    <dsp:sp modelId="{FB8DFB26-C068-446B-BC04-0FF2D63170F4}">
      <dsp:nvSpPr>
        <dsp:cNvPr id="0" name=""/>
        <dsp:cNvSpPr/>
      </dsp:nvSpPr>
      <dsp:spPr>
        <a:xfrm rot="19457599">
          <a:off x="7040656" y="1002707"/>
          <a:ext cx="514123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514123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284865" y="998676"/>
        <a:ext cx="25706" cy="25706"/>
      </dsp:txXfrm>
    </dsp:sp>
    <dsp:sp modelId="{993B4EAA-1E11-4FBE-AE0C-F4C5EFCCE179}">
      <dsp:nvSpPr>
        <dsp:cNvPr id="0" name=""/>
        <dsp:cNvSpPr/>
      </dsp:nvSpPr>
      <dsp:spPr>
        <a:xfrm>
          <a:off x="7506456" y="600576"/>
          <a:ext cx="1043690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浮点数</a:t>
          </a:r>
        </a:p>
      </dsp:txBody>
      <dsp:txXfrm>
        <a:off x="7521740" y="615860"/>
        <a:ext cx="1013122" cy="491277"/>
      </dsp:txXfrm>
    </dsp:sp>
    <dsp:sp modelId="{EF8250F8-3E31-47FA-A17B-1E9D551A7AF3}">
      <dsp:nvSpPr>
        <dsp:cNvPr id="0" name=""/>
        <dsp:cNvSpPr/>
      </dsp:nvSpPr>
      <dsp:spPr>
        <a:xfrm rot="2142401">
          <a:off x="7040656" y="1302768"/>
          <a:ext cx="514123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514123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284865" y="1298737"/>
        <a:ext cx="25706" cy="25706"/>
      </dsp:txXfrm>
    </dsp:sp>
    <dsp:sp modelId="{E3769C64-395B-4CEB-BDF0-4151877BD40B}">
      <dsp:nvSpPr>
        <dsp:cNvPr id="0" name=""/>
        <dsp:cNvSpPr/>
      </dsp:nvSpPr>
      <dsp:spPr>
        <a:xfrm>
          <a:off x="7506456" y="1200698"/>
          <a:ext cx="1043690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复数</a:t>
          </a:r>
        </a:p>
      </dsp:txBody>
      <dsp:txXfrm>
        <a:off x="7521740" y="1215982"/>
        <a:ext cx="1013122" cy="491277"/>
      </dsp:txXfrm>
    </dsp:sp>
    <dsp:sp modelId="{D76844AB-74BE-4BA9-8BA1-F9A86B8404C8}">
      <dsp:nvSpPr>
        <dsp:cNvPr id="0" name=""/>
        <dsp:cNvSpPr/>
      </dsp:nvSpPr>
      <dsp:spPr>
        <a:xfrm rot="3907178">
          <a:off x="6801579" y="1602829"/>
          <a:ext cx="992277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992277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272911" y="1586844"/>
        <a:ext cx="49613" cy="49613"/>
      </dsp:txXfrm>
    </dsp:sp>
    <dsp:sp modelId="{A0674C4E-905B-4186-941A-D347F7278E84}">
      <dsp:nvSpPr>
        <dsp:cNvPr id="0" name=""/>
        <dsp:cNvSpPr/>
      </dsp:nvSpPr>
      <dsp:spPr>
        <a:xfrm>
          <a:off x="7506456" y="1800820"/>
          <a:ext cx="1630369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/>
            <a:t>布尔变量</a:t>
          </a:r>
          <a:endParaRPr lang="zh-CN" altLang="en-US" sz="1500" kern="1200" dirty="0"/>
        </a:p>
      </dsp:txBody>
      <dsp:txXfrm>
        <a:off x="7521740" y="1816104"/>
        <a:ext cx="1599801" cy="491277"/>
      </dsp:txXfrm>
    </dsp:sp>
    <dsp:sp modelId="{0213A936-C826-4FF8-8C49-060361105B5C}">
      <dsp:nvSpPr>
        <dsp:cNvPr id="0" name=""/>
        <dsp:cNvSpPr/>
      </dsp:nvSpPr>
      <dsp:spPr>
        <a:xfrm rot="2142401">
          <a:off x="4992811" y="1602829"/>
          <a:ext cx="514123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514123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92811" y="1598798"/>
        <a:ext cx="514123" cy="25706"/>
      </dsp:txXfrm>
    </dsp:sp>
    <dsp:sp modelId="{92815AD9-FBB1-4B80-A77E-DC3CFE245DD5}">
      <dsp:nvSpPr>
        <dsp:cNvPr id="0" name=""/>
        <dsp:cNvSpPr/>
      </dsp:nvSpPr>
      <dsp:spPr>
        <a:xfrm>
          <a:off x="5458611" y="1500759"/>
          <a:ext cx="1630369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字符串</a:t>
          </a:r>
        </a:p>
      </dsp:txBody>
      <dsp:txXfrm>
        <a:off x="5473895" y="1516043"/>
        <a:ext cx="1599801" cy="491277"/>
      </dsp:txXfrm>
    </dsp:sp>
    <dsp:sp modelId="{C7187B88-E412-4ECF-8291-7A7D5E819B1D}">
      <dsp:nvSpPr>
        <dsp:cNvPr id="0" name=""/>
        <dsp:cNvSpPr/>
      </dsp:nvSpPr>
      <dsp:spPr>
        <a:xfrm rot="4369170">
          <a:off x="2495358" y="3478210"/>
          <a:ext cx="141333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1413338" y="882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95358" y="3451699"/>
        <a:ext cx="1413338" cy="70666"/>
      </dsp:txXfrm>
    </dsp:sp>
    <dsp:sp modelId="{FCB547A1-D445-4327-8A62-17EFA5D541A4}">
      <dsp:nvSpPr>
        <dsp:cNvPr id="0" name=""/>
        <dsp:cNvSpPr/>
      </dsp:nvSpPr>
      <dsp:spPr>
        <a:xfrm>
          <a:off x="3410765" y="3901247"/>
          <a:ext cx="1630369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组合数据类型</a:t>
          </a:r>
        </a:p>
      </dsp:txBody>
      <dsp:txXfrm>
        <a:off x="3426049" y="3916531"/>
        <a:ext cx="1599801" cy="491277"/>
      </dsp:txXfrm>
    </dsp:sp>
    <dsp:sp modelId="{E66B78BB-0527-4FC5-AEDA-A9FFB1402687}">
      <dsp:nvSpPr>
        <dsp:cNvPr id="0" name=""/>
        <dsp:cNvSpPr/>
      </dsp:nvSpPr>
      <dsp:spPr>
        <a:xfrm rot="17692822">
          <a:off x="4753734" y="3703256"/>
          <a:ext cx="992277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992277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753734" y="3687271"/>
        <a:ext cx="992277" cy="49613"/>
      </dsp:txXfrm>
    </dsp:sp>
    <dsp:sp modelId="{5A28F549-5439-4859-82C7-2E080DE8A5E4}">
      <dsp:nvSpPr>
        <dsp:cNvPr id="0" name=""/>
        <dsp:cNvSpPr/>
      </dsp:nvSpPr>
      <dsp:spPr>
        <a:xfrm>
          <a:off x="5458611" y="3001064"/>
          <a:ext cx="1630369" cy="52184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>
              <a:solidFill>
                <a:schemeClr val="tx1"/>
              </a:solidFill>
            </a:rPr>
            <a:t>序列类型</a:t>
          </a:r>
        </a:p>
      </dsp:txBody>
      <dsp:txXfrm>
        <a:off x="5473895" y="3016348"/>
        <a:ext cx="1599801" cy="491277"/>
      </dsp:txXfrm>
    </dsp:sp>
    <dsp:sp modelId="{61386C64-8AC1-448B-B0C0-765C5245C2C3}">
      <dsp:nvSpPr>
        <dsp:cNvPr id="0" name=""/>
        <dsp:cNvSpPr/>
      </dsp:nvSpPr>
      <dsp:spPr>
        <a:xfrm rot="18289469">
          <a:off x="6932194" y="2953103"/>
          <a:ext cx="73104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731048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932194" y="2943649"/>
        <a:ext cx="731048" cy="36552"/>
      </dsp:txXfrm>
    </dsp:sp>
    <dsp:sp modelId="{C3FFF750-DAC3-453C-A1BD-790675C4C158}">
      <dsp:nvSpPr>
        <dsp:cNvPr id="0" name=""/>
        <dsp:cNvSpPr/>
      </dsp:nvSpPr>
      <dsp:spPr>
        <a:xfrm>
          <a:off x="7506456" y="2400942"/>
          <a:ext cx="1630369" cy="5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字符串（</a:t>
          </a:r>
          <a:r>
            <a:rPr lang="en-US" altLang="zh-CN" sz="1500" kern="1200" dirty="0" err="1"/>
            <a:t>str</a:t>
          </a:r>
          <a:r>
            <a:rPr lang="zh-CN" altLang="en-US" sz="1500" kern="1200" dirty="0"/>
            <a:t>）</a:t>
          </a:r>
        </a:p>
      </dsp:txBody>
      <dsp:txXfrm>
        <a:off x="7521740" y="2416226"/>
        <a:ext cx="1599801" cy="491277"/>
      </dsp:txXfrm>
    </dsp:sp>
    <dsp:sp modelId="{1CF2C32A-027C-4980-8B8C-F5C11B1196AB}">
      <dsp:nvSpPr>
        <dsp:cNvPr id="0" name=""/>
        <dsp:cNvSpPr/>
      </dsp:nvSpPr>
      <dsp:spPr>
        <a:xfrm>
          <a:off x="7088980" y="3253164"/>
          <a:ext cx="417476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17476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088980" y="3251549"/>
        <a:ext cx="417476" cy="20873"/>
      </dsp:txXfrm>
    </dsp:sp>
    <dsp:sp modelId="{0397AD47-C743-483A-AC25-2F5BD6AC95FE}">
      <dsp:nvSpPr>
        <dsp:cNvPr id="0" name=""/>
        <dsp:cNvSpPr/>
      </dsp:nvSpPr>
      <dsp:spPr>
        <a:xfrm>
          <a:off x="7506456" y="3001064"/>
          <a:ext cx="1630369" cy="52184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元组（</a:t>
          </a:r>
          <a:r>
            <a:rPr lang="en-US" altLang="zh-CN" sz="1500" kern="1200" dirty="0"/>
            <a:t>tuple</a:t>
          </a:r>
          <a:r>
            <a:rPr lang="zh-CN" altLang="en-US" sz="1500" kern="1200" dirty="0"/>
            <a:t>）</a:t>
          </a:r>
        </a:p>
      </dsp:txBody>
      <dsp:txXfrm>
        <a:off x="7521740" y="3016348"/>
        <a:ext cx="1599801" cy="491277"/>
      </dsp:txXfrm>
    </dsp:sp>
    <dsp:sp modelId="{D14DEDA9-42F6-45C0-8530-AF5C108C3256}">
      <dsp:nvSpPr>
        <dsp:cNvPr id="0" name=""/>
        <dsp:cNvSpPr/>
      </dsp:nvSpPr>
      <dsp:spPr>
        <a:xfrm rot="3310531">
          <a:off x="6932194" y="3553225"/>
          <a:ext cx="73104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731048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932194" y="3543771"/>
        <a:ext cx="731048" cy="36552"/>
      </dsp:txXfrm>
    </dsp:sp>
    <dsp:sp modelId="{D98A93CF-4B4F-4816-98C9-5EC45272F54B}">
      <dsp:nvSpPr>
        <dsp:cNvPr id="0" name=""/>
        <dsp:cNvSpPr/>
      </dsp:nvSpPr>
      <dsp:spPr>
        <a:xfrm>
          <a:off x="7506456" y="3601186"/>
          <a:ext cx="1630369" cy="52184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列表（</a:t>
          </a:r>
          <a:r>
            <a:rPr lang="en-US" altLang="zh-CN" sz="1500" kern="1200" dirty="0"/>
            <a:t>list</a:t>
          </a:r>
          <a:r>
            <a:rPr lang="zh-CN" altLang="en-US" sz="1500" kern="1200" dirty="0"/>
            <a:t>）</a:t>
          </a:r>
        </a:p>
      </dsp:txBody>
      <dsp:txXfrm>
        <a:off x="7521740" y="3616470"/>
        <a:ext cx="1599801" cy="491277"/>
      </dsp:txXfrm>
    </dsp:sp>
    <dsp:sp modelId="{736CE653-4227-40E0-95EA-E8602B9E4515}">
      <dsp:nvSpPr>
        <dsp:cNvPr id="0" name=""/>
        <dsp:cNvSpPr/>
      </dsp:nvSpPr>
      <dsp:spPr>
        <a:xfrm rot="2142401">
          <a:off x="4992811" y="4303378"/>
          <a:ext cx="514123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514123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92811" y="4299347"/>
        <a:ext cx="514123" cy="25706"/>
      </dsp:txXfrm>
    </dsp:sp>
    <dsp:sp modelId="{29F5C1AA-F95B-4706-AC53-1CDF311B2FF2}">
      <dsp:nvSpPr>
        <dsp:cNvPr id="0" name=""/>
        <dsp:cNvSpPr/>
      </dsp:nvSpPr>
      <dsp:spPr>
        <a:xfrm>
          <a:off x="5458611" y="4201308"/>
          <a:ext cx="1630369" cy="52184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集合类型</a:t>
          </a:r>
        </a:p>
      </dsp:txBody>
      <dsp:txXfrm>
        <a:off x="5473895" y="4216592"/>
        <a:ext cx="1599801" cy="491277"/>
      </dsp:txXfrm>
    </dsp:sp>
    <dsp:sp modelId="{793EECEB-613D-48F2-AE51-68A1124C26F2}">
      <dsp:nvSpPr>
        <dsp:cNvPr id="0" name=""/>
        <dsp:cNvSpPr/>
      </dsp:nvSpPr>
      <dsp:spPr>
        <a:xfrm>
          <a:off x="7088980" y="4453408"/>
          <a:ext cx="417476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17476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088980" y="4451793"/>
        <a:ext cx="417476" cy="20873"/>
      </dsp:txXfrm>
    </dsp:sp>
    <dsp:sp modelId="{12307164-732E-4E4A-A2AC-71F42689A475}">
      <dsp:nvSpPr>
        <dsp:cNvPr id="0" name=""/>
        <dsp:cNvSpPr/>
      </dsp:nvSpPr>
      <dsp:spPr>
        <a:xfrm>
          <a:off x="7506456" y="4201308"/>
          <a:ext cx="1630369" cy="52184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集合（</a:t>
          </a:r>
          <a:r>
            <a:rPr lang="en-US" altLang="zh-CN" sz="1500" kern="1200" dirty="0"/>
            <a:t>set</a:t>
          </a:r>
          <a:r>
            <a:rPr lang="zh-CN" altLang="en-US" sz="1500" kern="1200" dirty="0"/>
            <a:t>）</a:t>
          </a:r>
        </a:p>
      </dsp:txBody>
      <dsp:txXfrm>
        <a:off x="7521740" y="4216592"/>
        <a:ext cx="1599801" cy="491277"/>
      </dsp:txXfrm>
    </dsp:sp>
    <dsp:sp modelId="{3DB66EB8-D70A-47E7-A867-AF1C1E324A73}">
      <dsp:nvSpPr>
        <dsp:cNvPr id="0" name=""/>
        <dsp:cNvSpPr/>
      </dsp:nvSpPr>
      <dsp:spPr>
        <a:xfrm rot="3907178">
          <a:off x="4753734" y="4603439"/>
          <a:ext cx="992277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992277" y="882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753734" y="4587454"/>
        <a:ext cx="992277" cy="49613"/>
      </dsp:txXfrm>
    </dsp:sp>
    <dsp:sp modelId="{97915158-7EA5-4FD6-B7A3-C5EE7038FC95}">
      <dsp:nvSpPr>
        <dsp:cNvPr id="0" name=""/>
        <dsp:cNvSpPr/>
      </dsp:nvSpPr>
      <dsp:spPr>
        <a:xfrm>
          <a:off x="5458611" y="4801429"/>
          <a:ext cx="1630369" cy="52184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字典类型</a:t>
          </a:r>
        </a:p>
      </dsp:txBody>
      <dsp:txXfrm>
        <a:off x="5473895" y="4816713"/>
        <a:ext cx="1599801" cy="4912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4295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6395" y="1"/>
            <a:ext cx="4304295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EBC00-9D31-4FA7-B348-F51BC2D6D6EC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9627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6395" y="6459627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C31F3-25E4-4B5F-9C5E-2A394612F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0418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4295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6395" y="1"/>
            <a:ext cx="4304295" cy="341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2C226-8081-4B42-BAF8-D6C435A8754D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78288" cy="2293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3299" y="3272909"/>
            <a:ext cx="7946390" cy="26778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9627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6395" y="6459627"/>
            <a:ext cx="4304295" cy="3412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5B46B-A9D9-446D-9AEE-2985CDBD48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82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430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685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884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94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386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428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0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567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455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12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719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743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50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959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331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819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645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390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8872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468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600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4416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5332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7623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985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0077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9508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216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5377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9056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4151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7108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5382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573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7512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3857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5138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743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3616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5037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4942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1555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6691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20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3973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2452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ADF937-FCF0-4289-8319-52C5AB92D9B6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5245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8314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2576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9345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8464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1716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1068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1404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0017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1795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75157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21033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9679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6164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09141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389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7889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42220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350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44606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46523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54619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4338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35015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05378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85693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1984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7923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06803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41681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4800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46298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5B46B-A9D9-446D-9AEE-2985CDBD4899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680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3376-C900-482E-A899-433F53FD0DFB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7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24293"/>
            <a:ext cx="7912395" cy="83997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44496"/>
            <a:ext cx="10515600" cy="4732467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838200" y="1277797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/>
          <p:cNvSpPr/>
          <p:nvPr userDrawn="1"/>
        </p:nvSpPr>
        <p:spPr>
          <a:xfrm rot="5400000">
            <a:off x="437522" y="1400834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50" y="288128"/>
            <a:ext cx="2700950" cy="9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1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464882"/>
            <a:ext cx="10515600" cy="282667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E9CE-5ED9-418B-BE79-9A22F248737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2" name="直线连接符 8"/>
          <p:cNvCxnSpPr/>
          <p:nvPr userDrawn="1"/>
        </p:nvCxnSpPr>
        <p:spPr>
          <a:xfrm>
            <a:off x="801975" y="4446613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rot="5400000">
            <a:off x="401297" y="4558704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50" y="288128"/>
            <a:ext cx="2700950" cy="9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1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444496"/>
            <a:ext cx="5181600" cy="4732467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444496"/>
            <a:ext cx="5181600" cy="4732467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838201" y="324293"/>
            <a:ext cx="8114414" cy="83997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17" name="直线连接符 8"/>
          <p:cNvCxnSpPr/>
          <p:nvPr userDrawn="1"/>
        </p:nvCxnSpPr>
        <p:spPr>
          <a:xfrm>
            <a:off x="838200" y="1277797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五边形 19"/>
          <p:cNvSpPr/>
          <p:nvPr userDrawn="1"/>
        </p:nvSpPr>
        <p:spPr>
          <a:xfrm rot="5400000">
            <a:off x="437522" y="1400834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288128"/>
            <a:ext cx="2700950" cy="9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9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335B9-A4AD-49F5-B8AA-38170ADB59D5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14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761E3-8549-4D93-8215-993B0257D01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13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E2506-F0BB-4586-90ED-E05A37EA3BF8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41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F4B1F-A0D9-45E4-B33E-37786987F3D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40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E700-7A6F-4265-95F3-0B1DEFFA59A8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74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141C-D6C7-4793-811C-D653CC392968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1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2CBF8-136E-4251-AB94-81E3C65211B5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320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B40A-A98E-4DD6-B4FB-E4E3E1245471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92224"/>
            <a:ext cx="8908774" cy="1325563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221" y="160411"/>
            <a:ext cx="1438275" cy="1438275"/>
          </a:xfrm>
          <a:prstGeom prst="rect">
            <a:avLst/>
          </a:prstGeom>
        </p:spPr>
      </p:pic>
      <p:cxnSp>
        <p:nvCxnSpPr>
          <p:cNvPr id="10" name="直线连接符 8"/>
          <p:cNvCxnSpPr/>
          <p:nvPr/>
        </p:nvCxnSpPr>
        <p:spPr>
          <a:xfrm>
            <a:off x="838200" y="1469182"/>
            <a:ext cx="99769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五边形 10"/>
          <p:cNvSpPr/>
          <p:nvPr/>
        </p:nvSpPr>
        <p:spPr>
          <a:xfrm rot="5400000">
            <a:off x="449752" y="1591666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616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DA9E6-B273-4B8C-9551-9003DD0BFB6D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92224"/>
            <a:ext cx="8908774" cy="1325563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221" y="160411"/>
            <a:ext cx="1438275" cy="1438275"/>
          </a:xfrm>
          <a:prstGeom prst="rect">
            <a:avLst/>
          </a:prstGeom>
        </p:spPr>
      </p:pic>
      <p:cxnSp>
        <p:nvCxnSpPr>
          <p:cNvPr id="10" name="直线连接符 8"/>
          <p:cNvCxnSpPr/>
          <p:nvPr userDrawn="1"/>
        </p:nvCxnSpPr>
        <p:spPr>
          <a:xfrm>
            <a:off x="838200" y="1469182"/>
            <a:ext cx="99769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五边形 10"/>
          <p:cNvSpPr/>
          <p:nvPr userDrawn="1"/>
        </p:nvSpPr>
        <p:spPr>
          <a:xfrm rot="5400000">
            <a:off x="449752" y="1591666"/>
            <a:ext cx="550824" cy="25053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936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32593-0935-4FFD-8D5B-DB31C1834F9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62033-42AB-40B5-815B-95A960AA4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64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7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7485" y="3454401"/>
            <a:ext cx="10668000" cy="1142574"/>
          </a:xfrm>
        </p:spPr>
        <p:txBody>
          <a:bodyPr>
            <a:normAutofit/>
          </a:bodyPr>
          <a:lstStyle/>
          <a:p>
            <a:r>
              <a:rPr lang="zh-CN" altLang="en-US" sz="5400" b="1" dirty="0"/>
              <a:t>期中复习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134" y="805974"/>
            <a:ext cx="2077936" cy="19504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85" y="976512"/>
            <a:ext cx="4764719" cy="160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4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计算机是</a:t>
            </a:r>
            <a:r>
              <a:rPr lang="zh-CN" altLang="en-US" dirty="0">
                <a:solidFill>
                  <a:srgbClr val="00B050"/>
                </a:solidFill>
              </a:rPr>
              <a:t>根据指令</a:t>
            </a:r>
            <a:r>
              <a:rPr lang="zh-CN" altLang="en-US" dirty="0">
                <a:solidFill>
                  <a:srgbClr val="00B0F0"/>
                </a:solidFill>
              </a:rPr>
              <a:t>操作数据</a:t>
            </a:r>
            <a:r>
              <a:rPr lang="zh-CN" altLang="en-US" dirty="0"/>
              <a:t>的设备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程序</a:t>
            </a:r>
            <a:r>
              <a:rPr lang="zh-CN" altLang="en-US" dirty="0"/>
              <a:t>是能够完成特定功能的一组</a:t>
            </a:r>
            <a:r>
              <a:rPr lang="zh-CN" altLang="en-US" b="1" dirty="0">
                <a:solidFill>
                  <a:srgbClr val="FF0000"/>
                </a:solidFill>
              </a:rPr>
              <a:t>指令序列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005" y="4747224"/>
            <a:ext cx="10572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450" y="3052180"/>
            <a:ext cx="1103312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箭头连接符 8"/>
          <p:cNvCxnSpPr>
            <a:stCxn id="8" idx="1"/>
          </p:cNvCxnSpPr>
          <p:nvPr/>
        </p:nvCxnSpPr>
        <p:spPr>
          <a:xfrm flipH="1">
            <a:off x="4983642" y="3686386"/>
            <a:ext cx="3338808" cy="10608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" idx="3"/>
            <a:endCxn id="8" idx="2"/>
          </p:cNvCxnSpPr>
          <p:nvPr/>
        </p:nvCxnSpPr>
        <p:spPr>
          <a:xfrm flipV="1">
            <a:off x="5512280" y="4320592"/>
            <a:ext cx="3361826" cy="95527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033315" y="37208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输入数据</a:t>
            </a:r>
          </a:p>
        </p:txBody>
      </p:sp>
      <p:sp>
        <p:nvSpPr>
          <p:cNvPr id="12" name="矩形 11"/>
          <p:cNvSpPr/>
          <p:nvPr/>
        </p:nvSpPr>
        <p:spPr>
          <a:xfrm>
            <a:off x="6921150" y="484278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输出数据</a:t>
            </a:r>
          </a:p>
        </p:txBody>
      </p:sp>
      <p:sp>
        <p:nvSpPr>
          <p:cNvPr id="13" name="矩形 12"/>
          <p:cNvSpPr/>
          <p:nvPr/>
        </p:nvSpPr>
        <p:spPr>
          <a:xfrm>
            <a:off x="8490097" y="2622041"/>
            <a:ext cx="795670" cy="4301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人</a:t>
            </a:r>
          </a:p>
        </p:txBody>
      </p:sp>
      <p:sp>
        <p:nvSpPr>
          <p:cNvPr id="14" name="矩形 13"/>
          <p:cNvSpPr/>
          <p:nvPr/>
        </p:nvSpPr>
        <p:spPr>
          <a:xfrm>
            <a:off x="4585807" y="5926211"/>
            <a:ext cx="795670" cy="4301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机器</a:t>
            </a:r>
          </a:p>
        </p:txBody>
      </p:sp>
      <p:cxnSp>
        <p:nvCxnSpPr>
          <p:cNvPr id="15" name="曲线连接符 14"/>
          <p:cNvCxnSpPr>
            <a:stCxn id="7" idx="1"/>
            <a:endCxn id="7" idx="0"/>
          </p:cNvCxnSpPr>
          <p:nvPr/>
        </p:nvCxnSpPr>
        <p:spPr>
          <a:xfrm rot="10800000" flipH="1">
            <a:off x="4455005" y="4747224"/>
            <a:ext cx="528638" cy="528638"/>
          </a:xfrm>
          <a:prstGeom prst="curvedConnector4">
            <a:avLst>
              <a:gd name="adj1" fmla="val -43243"/>
              <a:gd name="adj2" fmla="val 143243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031809" y="408352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处理数据</a:t>
            </a:r>
          </a:p>
        </p:txBody>
      </p:sp>
      <p:sp>
        <p:nvSpPr>
          <p:cNvPr id="18" name="矩形 17"/>
          <p:cNvSpPr/>
          <p:nvPr/>
        </p:nvSpPr>
        <p:spPr>
          <a:xfrm>
            <a:off x="3105336" y="4453707"/>
            <a:ext cx="76815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指令</a:t>
            </a:r>
            <a:r>
              <a:rPr lang="en-US" altLang="zh-CN" dirty="0"/>
              <a:t>1</a:t>
            </a:r>
          </a:p>
          <a:p>
            <a:pPr algn="ctr"/>
            <a:r>
              <a:rPr lang="zh-CN" altLang="en-US" dirty="0"/>
              <a:t>指令</a:t>
            </a:r>
            <a:r>
              <a:rPr lang="en-US" altLang="zh-CN" dirty="0"/>
              <a:t>2</a:t>
            </a:r>
          </a:p>
          <a:p>
            <a:pPr algn="ctr"/>
            <a:r>
              <a:rPr lang="zh-CN" altLang="en-US" dirty="0"/>
              <a:t>指令</a:t>
            </a:r>
            <a:r>
              <a:rPr lang="en-US" altLang="zh-CN" dirty="0"/>
              <a:t>3</a:t>
            </a:r>
          </a:p>
          <a:p>
            <a:pPr algn="ctr"/>
            <a:r>
              <a:rPr lang="zh-CN" altLang="en-US" dirty="0"/>
              <a:t>指令</a:t>
            </a:r>
            <a:r>
              <a:rPr lang="en-US" altLang="zh-CN" dirty="0"/>
              <a:t>4</a:t>
            </a:r>
          </a:p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93660" y="3582638"/>
            <a:ext cx="2075542" cy="1260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、输入数据</a:t>
            </a:r>
            <a:endParaRPr lang="en-US" altLang="zh-CN" dirty="0"/>
          </a:p>
          <a:p>
            <a:pPr algn="ctr"/>
            <a:r>
              <a:rPr lang="en-US" altLang="zh-CN" dirty="0"/>
              <a:t>2</a:t>
            </a:r>
            <a:r>
              <a:rPr lang="zh-CN" altLang="en-US" dirty="0"/>
              <a:t>、处理数据</a:t>
            </a:r>
            <a:endParaRPr lang="en-US" altLang="zh-CN" dirty="0"/>
          </a:p>
          <a:p>
            <a:pPr algn="ctr"/>
            <a:r>
              <a:rPr lang="en-US" altLang="zh-CN" dirty="0"/>
              <a:t>3</a:t>
            </a:r>
            <a:r>
              <a:rPr lang="zh-CN" altLang="en-US" dirty="0"/>
              <a:t>、输出数据</a:t>
            </a:r>
          </a:p>
        </p:txBody>
      </p:sp>
    </p:spTree>
    <p:extLst>
      <p:ext uri="{BB962C8B-B14F-4D97-AF65-F5344CB8AC3E}">
        <p14:creationId xmlns:p14="http://schemas.microsoft.com/office/powerpoint/2010/main" val="371876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语法元素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、程序基本结构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、数据类型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63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语法元素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58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语法元素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常量、变量、关键字、标识符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运算符</a:t>
            </a:r>
            <a:endParaRPr lang="en-AU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表达式</a:t>
            </a:r>
            <a:endParaRPr lang="en-AU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内置函数）</a:t>
            </a:r>
            <a:endParaRPr lang="en-US" altLang="zh-CN" dirty="0"/>
          </a:p>
          <a:p>
            <a:pPr lvl="1"/>
            <a:r>
              <a:rPr lang="en-US" altLang="zh-CN" dirty="0"/>
              <a:t>4.1 type()</a:t>
            </a:r>
            <a:r>
              <a:rPr lang="zh-CN" altLang="en-US" dirty="0"/>
              <a:t>函数</a:t>
            </a:r>
          </a:p>
          <a:p>
            <a:pPr lvl="1"/>
            <a:r>
              <a:rPr lang="en-US" altLang="zh-CN" dirty="0"/>
              <a:t>4.2 print()</a:t>
            </a:r>
            <a:r>
              <a:rPr lang="zh-CN" altLang="en-US" dirty="0"/>
              <a:t>函数</a:t>
            </a:r>
          </a:p>
          <a:p>
            <a:pPr lvl="1"/>
            <a:r>
              <a:rPr lang="en-US" altLang="zh-CN" dirty="0"/>
              <a:t>4.3 input()</a:t>
            </a:r>
            <a:r>
              <a:rPr lang="zh-CN" altLang="en-US" dirty="0"/>
              <a:t>函数</a:t>
            </a:r>
          </a:p>
          <a:p>
            <a:pPr lvl="1"/>
            <a:r>
              <a:rPr lang="en-US" altLang="zh-CN" dirty="0"/>
              <a:t>4.4 eval()</a:t>
            </a:r>
            <a:r>
              <a:rPr lang="zh-CN" altLang="en-US" dirty="0"/>
              <a:t>函数</a:t>
            </a:r>
            <a:endParaRPr lang="en-AU" altLang="zh-CN" dirty="0"/>
          </a:p>
          <a:p>
            <a:r>
              <a:rPr lang="en-US" altLang="zh-CN" dirty="0"/>
              <a:t>5. </a:t>
            </a:r>
            <a:r>
              <a:rPr lang="zh-CN" altLang="en-US" dirty="0"/>
              <a:t>语句</a:t>
            </a:r>
            <a:endParaRPr lang="en-AU" altLang="zh-CN" dirty="0"/>
          </a:p>
          <a:p>
            <a:r>
              <a:rPr lang="en-US" altLang="zh-CN" dirty="0"/>
              <a:t>6.</a:t>
            </a:r>
            <a:r>
              <a:rPr lang="zh-CN" altLang="en-US" dirty="0"/>
              <a:t> 类与对象</a:t>
            </a: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32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BD9E-4B8C-7341-8658-65E8B753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</a:t>
            </a:r>
            <a:r>
              <a:rPr lang="en-US" dirty="0" err="1"/>
              <a:t>常量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2947B-2637-844F-8A06-85015A405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常量是指初始化</a:t>
            </a:r>
            <a:r>
              <a:rPr lang="zh-CN" altLang="en-US" dirty="0"/>
              <a:t>（第一次赋予值）后就保持固定不变的值</a:t>
            </a:r>
            <a:endParaRPr lang="en-AU" altLang="zh-CN" dirty="0"/>
          </a:p>
          <a:p>
            <a:pPr lvl="1"/>
            <a:r>
              <a:rPr lang="zh-CN" altLang="en-US" dirty="0"/>
              <a:t>如：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3.14</a:t>
            </a:r>
            <a:r>
              <a:rPr lang="zh-CN" altLang="en-US" dirty="0"/>
              <a:t>，</a:t>
            </a:r>
            <a:r>
              <a:rPr lang="en-AU" altLang="zh-CN" dirty="0"/>
              <a:t> 'Python ‘ </a:t>
            </a:r>
            <a:r>
              <a:rPr lang="zh-CN" altLang="en-US" dirty="0"/>
              <a:t>，</a:t>
            </a:r>
            <a:r>
              <a:rPr lang="en-US" altLang="zh-CN" dirty="0"/>
              <a:t>False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中没有命名常量，通常可用一个固定值的变量来代替常量。</a:t>
            </a:r>
            <a:endParaRPr lang="en-AU" altLang="zh-CN" dirty="0"/>
          </a:p>
          <a:p>
            <a:pPr lvl="1"/>
            <a:r>
              <a:rPr lang="zh-CN" altLang="en-US" dirty="0"/>
              <a:t>如：</a:t>
            </a:r>
            <a:r>
              <a:rPr lang="en-US" altLang="zh-CN" dirty="0"/>
              <a:t>PI=3.14</a:t>
            </a:r>
            <a:r>
              <a:rPr lang="zh-CN" altLang="en-US" dirty="0"/>
              <a:t> 可以用来表示圆周率。我们通常用全是大写字母的</a:t>
            </a:r>
            <a:r>
              <a:rPr lang="zh-CN" altLang="en-US" b="1" u="sng" dirty="0"/>
              <a:t>标识符</a:t>
            </a:r>
            <a:r>
              <a:rPr lang="zh-CN" altLang="en-US" dirty="0"/>
              <a:t>来命名常量。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9A451-8904-BC45-A126-F8926D0C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294DA-BE0C-674C-AB70-00F9B7A7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428F5-3ED1-C047-9EBB-F34B1AEC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71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</a:t>
            </a:r>
            <a:r>
              <a:rPr lang="zh-CN" altLang="en-US" dirty="0"/>
              <a:t>变量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程序中</a:t>
            </a:r>
            <a:r>
              <a:rPr lang="zh-CN" altLang="en-US" b="1" dirty="0">
                <a:solidFill>
                  <a:srgbClr val="FF0000"/>
                </a:solidFill>
              </a:rPr>
              <a:t>值</a:t>
            </a:r>
            <a:r>
              <a:rPr lang="zh-CN" altLang="en-US" dirty="0"/>
              <a:t>发生</a:t>
            </a:r>
            <a:r>
              <a:rPr lang="zh-CN" altLang="en-US" b="1" dirty="0">
                <a:solidFill>
                  <a:srgbClr val="FF0000"/>
                </a:solidFill>
              </a:rPr>
              <a:t>改变</a:t>
            </a:r>
            <a:r>
              <a:rPr lang="zh-CN" altLang="en-US" dirty="0"/>
              <a:t>或者可以发生改变的</a:t>
            </a:r>
            <a:r>
              <a:rPr lang="zh-CN" altLang="en-US" b="1" dirty="0">
                <a:solidFill>
                  <a:srgbClr val="FF0000"/>
                </a:solidFill>
              </a:rPr>
              <a:t>元素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E9CE-5ED9-418B-BE79-9A22F248737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81939" y="2943368"/>
            <a:ext cx="33279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指令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en-US" altLang="zh-CN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dirty="0"/>
              <a:t> = 2</a:t>
            </a:r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en-US" altLang="zh-CN" sz="2400" dirty="0"/>
              <a:t> + 1</a:t>
            </a:r>
          </a:p>
          <a:p>
            <a:r>
              <a:rPr lang="zh-CN" altLang="en-US" sz="2400" dirty="0"/>
              <a:t>指令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en-US" altLang="zh-CN" sz="2400" dirty="0"/>
              <a:t> = 3</a:t>
            </a:r>
            <a:r>
              <a:rPr lang="en-US" altLang="zh-CN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dirty="0"/>
              <a:t> – 2</a:t>
            </a:r>
          </a:p>
          <a:p>
            <a:r>
              <a:rPr lang="zh-CN" altLang="en-US" sz="2400" dirty="0"/>
              <a:t>指令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en-US" altLang="zh-CN" sz="2400" dirty="0"/>
              <a:t> = 2</a:t>
            </a:r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en-US" altLang="zh-CN" sz="2400" dirty="0"/>
              <a:t> + 3</a:t>
            </a:r>
          </a:p>
          <a:p>
            <a:r>
              <a:rPr lang="zh-CN" altLang="en-US" sz="2400" dirty="0"/>
              <a:t>指令</a:t>
            </a:r>
            <a:r>
              <a:rPr lang="en-US" altLang="zh-CN" sz="2400" dirty="0"/>
              <a:t>4</a:t>
            </a:r>
            <a:r>
              <a:rPr lang="zh-CN" altLang="en-US" sz="2400" dirty="0"/>
              <a:t>：说出</a:t>
            </a:r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zh-CN" altLang="en-US" sz="2400" dirty="0"/>
              <a:t>的值</a:t>
            </a:r>
            <a:endParaRPr lang="en-US" altLang="zh-CN" sz="2400" dirty="0"/>
          </a:p>
          <a:p>
            <a:r>
              <a:rPr lang="zh-CN" altLang="en-US" sz="2400" dirty="0"/>
              <a:t>指令</a:t>
            </a:r>
            <a:r>
              <a:rPr lang="en-US" altLang="zh-CN" sz="2400" dirty="0"/>
              <a:t>5</a:t>
            </a:r>
            <a:r>
              <a:rPr lang="zh-CN" altLang="en-US" sz="2400" dirty="0"/>
              <a:t>：说出</a:t>
            </a:r>
            <a:r>
              <a:rPr lang="en-US" altLang="zh-CN" sz="2400" b="1" dirty="0">
                <a:solidFill>
                  <a:srgbClr val="FF0000"/>
                </a:solidFill>
              </a:rPr>
              <a:t>a</a:t>
            </a:r>
            <a:r>
              <a:rPr lang="zh-CN" altLang="en-US" sz="2400" dirty="0"/>
              <a:t>的值</a:t>
            </a:r>
            <a:r>
              <a:rPr lang="en-US" altLang="zh-CN" sz="2400" dirty="0"/>
              <a:t> 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7121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保留字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保留字即</a:t>
            </a:r>
            <a:r>
              <a:rPr lang="zh-CN" altLang="en-US" b="1" dirty="0">
                <a:solidFill>
                  <a:srgbClr val="FF0000"/>
                </a:solidFill>
              </a:rPr>
              <a:t>关键字</a:t>
            </a:r>
            <a:r>
              <a:rPr lang="zh-CN" altLang="en-US" dirty="0"/>
              <a:t>，我们</a:t>
            </a:r>
            <a:r>
              <a:rPr lang="zh-CN" altLang="en-US" b="1" dirty="0">
                <a:solidFill>
                  <a:srgbClr val="FF0000"/>
                </a:solidFill>
              </a:rPr>
              <a:t>不能</a:t>
            </a:r>
            <a:r>
              <a:rPr lang="zh-CN" altLang="en-US" dirty="0"/>
              <a:t>把它们用作任何</a:t>
            </a:r>
            <a:r>
              <a:rPr lang="zh-CN" altLang="en-US" b="1" dirty="0">
                <a:solidFill>
                  <a:srgbClr val="FF0000"/>
                </a:solidFill>
              </a:rPr>
              <a:t>变量名称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查看关键字列表</a:t>
            </a:r>
            <a:endParaRPr lang="en-US" altLang="zh-CN" dirty="0"/>
          </a:p>
          <a:p>
            <a:pPr lvl="1"/>
            <a:r>
              <a:rPr lang="en-US" altLang="zh-CN" dirty="0"/>
              <a:t>&gt;&gt;&gt;</a:t>
            </a:r>
            <a:r>
              <a:rPr lang="zh-CN" altLang="en-US" dirty="0"/>
              <a:t> </a:t>
            </a:r>
            <a:r>
              <a:rPr lang="en-US" altLang="zh-CN" dirty="0"/>
              <a:t>import keyword </a:t>
            </a:r>
          </a:p>
          <a:p>
            <a:pPr lvl="1"/>
            <a:r>
              <a:rPr lang="en-US" altLang="zh-CN" dirty="0"/>
              <a:t>&gt;&gt;&gt; </a:t>
            </a:r>
            <a:r>
              <a:rPr lang="en-US" altLang="zh-CN" dirty="0" err="1"/>
              <a:t>keyword.kwlist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['</a:t>
            </a:r>
            <a:r>
              <a:rPr lang="en-US" altLang="zh-CN" b="1" dirty="0"/>
              <a:t>False</a:t>
            </a:r>
            <a:r>
              <a:rPr lang="en-US" altLang="zh-CN" dirty="0"/>
              <a:t>', '</a:t>
            </a:r>
            <a:r>
              <a:rPr lang="en-US" altLang="zh-CN" b="1" dirty="0"/>
              <a:t>None</a:t>
            </a:r>
            <a:r>
              <a:rPr lang="en-US" altLang="zh-CN" dirty="0"/>
              <a:t>', '</a:t>
            </a:r>
            <a:r>
              <a:rPr lang="en-US" altLang="zh-CN" b="1" dirty="0"/>
              <a:t>True</a:t>
            </a:r>
            <a:r>
              <a:rPr lang="en-US" altLang="zh-CN" dirty="0"/>
              <a:t>', '</a:t>
            </a:r>
            <a:r>
              <a:rPr lang="en-US" altLang="zh-CN" b="1" dirty="0"/>
              <a:t>and</a:t>
            </a:r>
            <a:r>
              <a:rPr lang="en-US" altLang="zh-CN" dirty="0"/>
              <a:t>', 'as', 'assert', '</a:t>
            </a:r>
            <a:r>
              <a:rPr lang="en-US" altLang="zh-CN" b="1" dirty="0"/>
              <a:t>break</a:t>
            </a:r>
            <a:r>
              <a:rPr lang="en-US" altLang="zh-CN" dirty="0"/>
              <a:t>', '</a:t>
            </a:r>
            <a:r>
              <a:rPr lang="en-US" altLang="zh-CN" b="1" dirty="0"/>
              <a:t>class</a:t>
            </a:r>
            <a:r>
              <a:rPr lang="en-US" altLang="zh-CN" dirty="0"/>
              <a:t>', '</a:t>
            </a:r>
            <a:r>
              <a:rPr lang="en-US" altLang="zh-CN" b="1" dirty="0"/>
              <a:t>continue</a:t>
            </a:r>
            <a:r>
              <a:rPr lang="en-US" altLang="zh-CN" dirty="0"/>
              <a:t>', '</a:t>
            </a:r>
            <a:r>
              <a:rPr lang="en-US" altLang="zh-CN" b="1" dirty="0" err="1"/>
              <a:t>def</a:t>
            </a:r>
            <a:r>
              <a:rPr lang="en-US" altLang="zh-CN" dirty="0"/>
              <a:t>', '</a:t>
            </a:r>
            <a:r>
              <a:rPr lang="en-US" altLang="zh-CN" b="1" dirty="0"/>
              <a:t>del</a:t>
            </a:r>
            <a:r>
              <a:rPr lang="en-US" altLang="zh-CN" dirty="0"/>
              <a:t>', '</a:t>
            </a:r>
            <a:r>
              <a:rPr lang="en-US" altLang="zh-CN" b="1" dirty="0" err="1"/>
              <a:t>elif</a:t>
            </a:r>
            <a:r>
              <a:rPr lang="en-US" altLang="zh-CN" dirty="0"/>
              <a:t>', '</a:t>
            </a:r>
            <a:r>
              <a:rPr lang="en-US" altLang="zh-CN" b="1" dirty="0"/>
              <a:t>else</a:t>
            </a:r>
            <a:r>
              <a:rPr lang="en-US" altLang="zh-CN" dirty="0"/>
              <a:t>', 'except', 'finally', '</a:t>
            </a:r>
            <a:r>
              <a:rPr lang="en-US" altLang="zh-CN" b="1" dirty="0"/>
              <a:t>for</a:t>
            </a:r>
            <a:r>
              <a:rPr lang="en-US" altLang="zh-CN" dirty="0"/>
              <a:t>', '</a:t>
            </a:r>
            <a:r>
              <a:rPr lang="en-US" altLang="zh-CN" b="1" dirty="0"/>
              <a:t>from</a:t>
            </a:r>
            <a:r>
              <a:rPr lang="en-US" altLang="zh-CN" dirty="0"/>
              <a:t>', 'global', '</a:t>
            </a:r>
            <a:r>
              <a:rPr lang="en-US" altLang="zh-CN" b="1" dirty="0"/>
              <a:t>if</a:t>
            </a:r>
            <a:r>
              <a:rPr lang="en-US" altLang="zh-CN" dirty="0"/>
              <a:t>', '</a:t>
            </a:r>
            <a:r>
              <a:rPr lang="en-US" altLang="zh-CN" b="1" dirty="0"/>
              <a:t>import</a:t>
            </a:r>
            <a:r>
              <a:rPr lang="en-US" altLang="zh-CN" dirty="0"/>
              <a:t>', '</a:t>
            </a:r>
            <a:r>
              <a:rPr lang="en-US" altLang="zh-CN" b="1" dirty="0"/>
              <a:t>in</a:t>
            </a:r>
            <a:r>
              <a:rPr lang="en-US" altLang="zh-CN" dirty="0"/>
              <a:t>', '</a:t>
            </a:r>
            <a:r>
              <a:rPr lang="en-US" altLang="zh-CN" b="1" dirty="0"/>
              <a:t>is</a:t>
            </a:r>
            <a:r>
              <a:rPr lang="en-US" altLang="zh-CN" dirty="0"/>
              <a:t>', '</a:t>
            </a:r>
            <a:r>
              <a:rPr lang="en-US" altLang="zh-CN" b="1" dirty="0"/>
              <a:t>lambda</a:t>
            </a:r>
            <a:r>
              <a:rPr lang="en-US" altLang="zh-CN" dirty="0"/>
              <a:t>', 'nonlocal', '</a:t>
            </a:r>
            <a:r>
              <a:rPr lang="en-US" altLang="zh-CN" b="1" dirty="0"/>
              <a:t>not</a:t>
            </a:r>
            <a:r>
              <a:rPr lang="en-US" altLang="zh-CN" dirty="0"/>
              <a:t>', '</a:t>
            </a:r>
            <a:r>
              <a:rPr lang="en-US" altLang="zh-CN" b="1" dirty="0"/>
              <a:t>or</a:t>
            </a:r>
            <a:r>
              <a:rPr lang="en-US" altLang="zh-CN" dirty="0"/>
              <a:t>', '</a:t>
            </a:r>
            <a:r>
              <a:rPr lang="en-US" altLang="zh-CN" b="1" dirty="0"/>
              <a:t>pass</a:t>
            </a:r>
            <a:r>
              <a:rPr lang="en-US" altLang="zh-CN" dirty="0"/>
              <a:t>', 'raise', '</a:t>
            </a:r>
            <a:r>
              <a:rPr lang="en-US" altLang="zh-CN" b="1" dirty="0"/>
              <a:t>return</a:t>
            </a:r>
            <a:r>
              <a:rPr lang="en-US" altLang="zh-CN" dirty="0"/>
              <a:t>', 'try', '</a:t>
            </a:r>
            <a:r>
              <a:rPr lang="en-US" altLang="zh-CN" b="1" dirty="0"/>
              <a:t>while</a:t>
            </a:r>
            <a:r>
              <a:rPr lang="en-US" altLang="zh-CN" dirty="0"/>
              <a:t>', 'with', 'yield']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03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</a:t>
            </a:r>
            <a:r>
              <a:rPr lang="zh-CN" altLang="en-US" dirty="0"/>
              <a:t> 标识符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允许</a:t>
            </a:r>
            <a:endParaRPr lang="en-US" altLang="zh-CN" dirty="0"/>
          </a:p>
          <a:p>
            <a:pPr lvl="1"/>
            <a:r>
              <a:rPr lang="zh-CN" altLang="en-US" dirty="0"/>
              <a:t>采用大写字母、小写字母、数字、下划线</a:t>
            </a:r>
            <a:r>
              <a:rPr lang="en-US" altLang="zh-CN" dirty="0"/>
              <a:t>(_)</a:t>
            </a:r>
            <a:r>
              <a:rPr lang="zh-CN" altLang="en-US" dirty="0"/>
              <a:t>和汉字等字符及其组合给变量命名</a:t>
            </a:r>
            <a:endParaRPr lang="en-US" altLang="zh-CN" dirty="0"/>
          </a:p>
          <a:p>
            <a:pPr lvl="1"/>
            <a:r>
              <a:rPr lang="zh-CN" altLang="en-US" dirty="0"/>
              <a:t>长度没有限制</a:t>
            </a:r>
            <a:endParaRPr lang="en-US" altLang="zh-CN" dirty="0"/>
          </a:p>
          <a:p>
            <a:r>
              <a:rPr lang="zh-CN" altLang="en-US" dirty="0"/>
              <a:t>禁止</a:t>
            </a:r>
            <a:endParaRPr lang="en-US" altLang="zh-CN" dirty="0"/>
          </a:p>
          <a:p>
            <a:pPr lvl="1"/>
            <a:r>
              <a:rPr lang="zh-CN" altLang="en-US" dirty="0"/>
              <a:t>名字的首字符不能是数字</a:t>
            </a:r>
            <a:endParaRPr lang="en-US" altLang="zh-CN" dirty="0"/>
          </a:p>
          <a:p>
            <a:pPr lvl="1"/>
            <a:r>
              <a:rPr lang="zh-CN" altLang="en-US" dirty="0"/>
              <a:t>中间不能出现空格</a:t>
            </a:r>
            <a:endParaRPr lang="en-US" altLang="zh-CN" dirty="0"/>
          </a:p>
          <a:p>
            <a:pPr lvl="1"/>
            <a:r>
              <a:rPr lang="zh-CN" altLang="en-US" dirty="0"/>
              <a:t>不能和</a:t>
            </a:r>
            <a:r>
              <a:rPr lang="zh-CN" altLang="en-US" b="1" dirty="0">
                <a:solidFill>
                  <a:srgbClr val="FF0000"/>
                </a:solidFill>
              </a:rPr>
              <a:t>保留字</a:t>
            </a:r>
            <a:r>
              <a:rPr lang="zh-CN" altLang="en-US" dirty="0"/>
              <a:t>名字相同</a:t>
            </a:r>
          </a:p>
          <a:p>
            <a:r>
              <a:rPr lang="zh-CN" altLang="en-US" dirty="0"/>
              <a:t>注意</a:t>
            </a:r>
            <a:endParaRPr lang="en-US" altLang="zh-CN" dirty="0"/>
          </a:p>
          <a:p>
            <a:pPr lvl="1"/>
            <a:r>
              <a:rPr lang="zh-CN" altLang="en-US" dirty="0"/>
              <a:t>标识符对大小写敏感</a:t>
            </a:r>
            <a:endParaRPr lang="en-US" altLang="zh-CN" dirty="0"/>
          </a:p>
          <a:p>
            <a:pPr lvl="2"/>
            <a:r>
              <a:rPr lang="en-US" altLang="zh-CN" dirty="0"/>
              <a:t>python</a:t>
            </a:r>
            <a:r>
              <a:rPr lang="zh-CN" altLang="en-US" dirty="0"/>
              <a:t>和</a:t>
            </a:r>
            <a:r>
              <a:rPr lang="en-US" altLang="zh-CN" dirty="0"/>
              <a:t>Python</a:t>
            </a:r>
            <a:r>
              <a:rPr lang="zh-CN" altLang="en-US" dirty="0"/>
              <a:t>是两个不同的名字 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93691-8CF5-0947-9539-5BC836BD28C8}"/>
              </a:ext>
            </a:extLst>
          </p:cNvPr>
          <p:cNvSpPr txBox="1"/>
          <p:nvPr/>
        </p:nvSpPr>
        <p:spPr>
          <a:xfrm>
            <a:off x="7440706" y="4466163"/>
            <a:ext cx="3227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合法标识符</a:t>
            </a:r>
            <a:r>
              <a:rPr lang="zh-CN" altLang="en-US" dirty="0"/>
              <a:t>：</a:t>
            </a:r>
            <a:endParaRPr lang="en-AU" altLang="zh-CN" dirty="0"/>
          </a:p>
          <a:p>
            <a:r>
              <a:rPr lang="en-US" altLang="zh-CN" dirty="0"/>
              <a:t>Complex,</a:t>
            </a:r>
            <a:r>
              <a:rPr lang="zh-CN" altLang="en-US" dirty="0"/>
              <a:t> </a:t>
            </a:r>
            <a:r>
              <a:rPr lang="en-US" altLang="zh-CN" dirty="0"/>
              <a:t>_address,</a:t>
            </a:r>
            <a:r>
              <a:rPr lang="zh-CN" altLang="en-US" dirty="0"/>
              <a:t> </a:t>
            </a:r>
            <a:r>
              <a:rPr lang="en-US" altLang="zh-CN" dirty="0" err="1"/>
              <a:t>my_name</a:t>
            </a:r>
            <a:endParaRPr lang="en-US" altLang="zh-CN" dirty="0"/>
          </a:p>
          <a:p>
            <a:r>
              <a:rPr lang="en-US" dirty="0" err="1"/>
              <a:t>非法标识符</a:t>
            </a:r>
            <a:r>
              <a:rPr lang="zh-CN" altLang="en-US" dirty="0"/>
              <a:t>：</a:t>
            </a:r>
            <a:endParaRPr lang="en-AU" altLang="zh-CN" dirty="0"/>
          </a:p>
          <a:p>
            <a:r>
              <a:rPr lang="en-US" altLang="zh-CN" dirty="0"/>
              <a:t>My-name,</a:t>
            </a:r>
            <a:r>
              <a:rPr lang="zh-CN" altLang="en-US" dirty="0"/>
              <a:t> </a:t>
            </a:r>
            <a:r>
              <a:rPr lang="en-US" altLang="zh-CN" dirty="0"/>
              <a:t>‘ID’</a:t>
            </a:r>
            <a:r>
              <a:rPr lang="zh-CN" altLang="en-US" dirty="0"/>
              <a:t>，</a:t>
            </a:r>
            <a:r>
              <a:rPr lang="en-US" altLang="zh-CN" dirty="0"/>
              <a:t>3ID</a:t>
            </a:r>
            <a:endParaRPr lang="en-AU" altLang="zh-CN" dirty="0"/>
          </a:p>
        </p:txBody>
      </p:sp>
    </p:spTree>
    <p:extLst>
      <p:ext uri="{BB962C8B-B14F-4D97-AF65-F5344CB8AC3E}">
        <p14:creationId xmlns:p14="http://schemas.microsoft.com/office/powerpoint/2010/main" val="211792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变量命名规则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变量的名称除必须符合标识符的构成规则外，要尽量遵循一些约定俗成的规范。</a:t>
            </a:r>
            <a:endParaRPr lang="en-AU" altLang="zh-CN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除循环控制变量可以使用</a:t>
            </a:r>
            <a:r>
              <a:rPr lang="en-US" altLang="zh-CN" dirty="0" err="1"/>
              <a:t>i</a:t>
            </a:r>
            <a:r>
              <a:rPr lang="zh-CN" altLang="en-US" dirty="0"/>
              <a:t>或者</a:t>
            </a:r>
            <a:r>
              <a:rPr lang="en-US" altLang="zh-CN" dirty="0"/>
              <a:t>x</a:t>
            </a:r>
            <a:r>
              <a:rPr lang="zh-CN" altLang="en-US" dirty="0"/>
              <a:t>这样的简单名称外，其他变量最好使用有意义的名称，以提高程序的可读性，如：</a:t>
            </a:r>
            <a:r>
              <a:rPr lang="en-US" altLang="zh-CN" dirty="0" err="1"/>
              <a:t>average_score</a:t>
            </a:r>
            <a:endParaRPr lang="en-AU" altLang="zh-CN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多用英文，很少使用汉字</a:t>
            </a:r>
            <a:endParaRPr lang="en-AU" altLang="zh-CN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用英文名称时，多个单次之间为表示</a:t>
            </a:r>
            <a:r>
              <a:rPr lang="zh-CN" altLang="en-AU" dirty="0"/>
              <a:t>区隔</a:t>
            </a:r>
            <a:r>
              <a:rPr lang="zh-CN" altLang="en-US" dirty="0"/>
              <a:t>，可以用下划线来进行连接，或者把每个单次首字母大写。如：</a:t>
            </a:r>
            <a:r>
              <a:rPr lang="en-US" altLang="zh-CN" dirty="0" err="1"/>
              <a:t>average_score</a:t>
            </a:r>
            <a:r>
              <a:rPr lang="zh-CN" altLang="en-AU" dirty="0"/>
              <a:t>或者</a:t>
            </a:r>
            <a:r>
              <a:rPr lang="en-US" altLang="zh-CN" dirty="0" err="1"/>
              <a:t>AverageScore</a:t>
            </a:r>
            <a:endParaRPr lang="en-AU" altLang="zh-CN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常量名称一般用全大写英文字母，如：</a:t>
            </a:r>
            <a:r>
              <a:rPr lang="en-US" altLang="zh-CN" dirty="0"/>
              <a:t>PI,</a:t>
            </a:r>
            <a:r>
              <a:rPr lang="zh-CN" altLang="en-US" dirty="0"/>
              <a:t> </a:t>
            </a:r>
            <a:r>
              <a:rPr lang="en-US" altLang="zh-CN" dirty="0"/>
              <a:t>MAX_SIZE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因为下划线开头的变量在</a:t>
            </a:r>
            <a:r>
              <a:rPr lang="en-US" altLang="zh-CN" dirty="0"/>
              <a:t>Python</a:t>
            </a:r>
            <a:r>
              <a:rPr lang="zh-CN" altLang="en-US" dirty="0"/>
              <a:t>中有特殊含义，所以自定义名称时，一般不用下划线作为开头字符。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E9CE-5ED9-418B-BE79-9A22F248737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80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算数</a:t>
            </a:r>
            <a:r>
              <a:rPr lang="zh-CN" altLang="en-US" dirty="0"/>
              <a:t>运算符 </a:t>
            </a:r>
          </a:p>
          <a:p>
            <a:pPr lvl="1">
              <a:defRPr/>
            </a:pPr>
            <a:r>
              <a:rPr lang="en-US" altLang="zh-CN" dirty="0"/>
              <a:t>+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zh-CN" altLang="en-US" dirty="0"/>
              <a:t>，</a:t>
            </a:r>
            <a:r>
              <a:rPr lang="en-US" altLang="zh-CN" dirty="0"/>
              <a:t>*</a:t>
            </a:r>
            <a:r>
              <a:rPr lang="zh-CN" altLang="en-US" dirty="0"/>
              <a:t>，</a:t>
            </a:r>
            <a:r>
              <a:rPr lang="en-US" altLang="zh-CN" dirty="0"/>
              <a:t>/</a:t>
            </a:r>
          </a:p>
          <a:p>
            <a:pPr lvl="1">
              <a:defRPr/>
            </a:pPr>
            <a:r>
              <a:rPr lang="en-US" altLang="zh-CN" dirty="0"/>
              <a:t>% </a:t>
            </a:r>
            <a:r>
              <a:rPr lang="zh-CN" altLang="en-US" dirty="0"/>
              <a:t>取余</a:t>
            </a:r>
          </a:p>
          <a:p>
            <a:pPr lvl="1">
              <a:defRPr/>
            </a:pPr>
            <a:r>
              <a:rPr lang="zh-CN" altLang="en-US" dirty="0"/>
              <a:t>*</a:t>
            </a:r>
            <a:r>
              <a:rPr lang="en-US" altLang="zh-CN" dirty="0"/>
              <a:t>*</a:t>
            </a:r>
            <a:r>
              <a:rPr lang="zh-CN" altLang="en-US" dirty="0"/>
              <a:t> 求幂</a:t>
            </a:r>
          </a:p>
          <a:p>
            <a:pPr lvl="1">
              <a:defRPr/>
            </a:pPr>
            <a:r>
              <a:rPr lang="en-US" altLang="zh-CN" dirty="0"/>
              <a:t>// </a:t>
            </a:r>
            <a:r>
              <a:rPr lang="zh-CN" altLang="en-US" dirty="0"/>
              <a:t>取整除</a:t>
            </a:r>
            <a:endParaRPr lang="en-US" altLang="zh-CN" dirty="0"/>
          </a:p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赋值</a:t>
            </a:r>
            <a:r>
              <a:rPr lang="zh-CN" altLang="en-US" dirty="0"/>
              <a:t>运算符 </a:t>
            </a:r>
          </a:p>
          <a:p>
            <a:pPr lvl="1">
              <a:defRPr/>
            </a:pPr>
            <a:r>
              <a:rPr lang="en-US" altLang="zh-CN" dirty="0"/>
              <a:t>=</a:t>
            </a:r>
          </a:p>
          <a:p>
            <a:pPr lvl="1">
              <a:defRPr/>
            </a:pPr>
            <a:r>
              <a:rPr lang="en-US" altLang="zh-CN" dirty="0"/>
              <a:t>+=</a:t>
            </a:r>
            <a:r>
              <a:rPr lang="zh-CN" altLang="en-US" dirty="0"/>
              <a:t>，</a:t>
            </a:r>
            <a:r>
              <a:rPr lang="en-US" altLang="zh-CN" dirty="0"/>
              <a:t>-=</a:t>
            </a:r>
            <a:r>
              <a:rPr lang="zh-CN" altLang="en-US" dirty="0"/>
              <a:t>，*</a:t>
            </a:r>
            <a:r>
              <a:rPr lang="en-US" altLang="zh-CN" dirty="0"/>
              <a:t>=</a:t>
            </a:r>
            <a:r>
              <a:rPr lang="zh-CN" altLang="en-US" dirty="0"/>
              <a:t>，</a:t>
            </a:r>
            <a:r>
              <a:rPr lang="en-US" altLang="zh-CN" dirty="0"/>
              <a:t>/=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比较</a:t>
            </a:r>
            <a:r>
              <a:rPr lang="zh-CN" altLang="en-US" dirty="0"/>
              <a:t>运算符 </a:t>
            </a:r>
          </a:p>
          <a:p>
            <a:pPr lvl="1">
              <a:defRPr/>
            </a:pPr>
            <a:r>
              <a:rPr lang="en-US" altLang="zh-CN" dirty="0"/>
              <a:t>==</a:t>
            </a:r>
            <a:r>
              <a:rPr lang="zh-CN" altLang="en-US" dirty="0"/>
              <a:t>， </a:t>
            </a:r>
            <a:r>
              <a:rPr lang="en-US" altLang="zh-CN" dirty="0"/>
              <a:t>!=</a:t>
            </a:r>
          </a:p>
          <a:p>
            <a:pPr lvl="1">
              <a:defRPr/>
            </a:pPr>
            <a:r>
              <a:rPr lang="en-US" altLang="zh-CN" dirty="0"/>
              <a:t>&gt;, &gt;=, &lt;, &lt;=</a:t>
            </a:r>
          </a:p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逻辑</a:t>
            </a:r>
            <a:r>
              <a:rPr lang="zh-CN" altLang="en-US" dirty="0"/>
              <a:t>运算符 </a:t>
            </a:r>
          </a:p>
          <a:p>
            <a:pPr lvl="1">
              <a:defRPr/>
            </a:pPr>
            <a:r>
              <a:rPr lang="en-US" altLang="zh-CN" dirty="0"/>
              <a:t>and </a:t>
            </a:r>
            <a:r>
              <a:rPr lang="zh-CN" altLang="en-US" dirty="0"/>
              <a:t>与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or </a:t>
            </a:r>
            <a:r>
              <a:rPr lang="zh-CN" altLang="en-US" dirty="0"/>
              <a:t>或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not </a:t>
            </a:r>
            <a:r>
              <a:rPr lang="zh-CN" altLang="en-US" dirty="0"/>
              <a:t>非</a:t>
            </a:r>
          </a:p>
          <a:p>
            <a:pPr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运算符</a:t>
            </a:r>
          </a:p>
        </p:txBody>
      </p:sp>
    </p:spTree>
    <p:extLst>
      <p:ext uri="{BB962C8B-B14F-4D97-AF65-F5344CB8AC3E}">
        <p14:creationId xmlns:p14="http://schemas.microsoft.com/office/powerpoint/2010/main" val="353466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4F47-E5A7-0645-A0C0-F17E0D53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表达式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C1AE-1659-8244-AF92-7B11BF7F0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一个表达式可能包含多次多种运算</a:t>
            </a:r>
            <a:r>
              <a:rPr lang="zh-CN" altLang="en-US" dirty="0"/>
              <a:t>，与数学表达式在形式上很接近</a:t>
            </a:r>
            <a:endParaRPr lang="en-AU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2F4F-BB1C-6D4E-9B82-E2CF8146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205AE-0BE1-C146-8003-6E9F864B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DF6EC-D1CA-3C4A-88DE-1A7D2356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文本框 8">
            <a:extLst>
              <a:ext uri="{FF2B5EF4-FFF2-40B4-BE49-F238E27FC236}">
                <a16:creationId xmlns:a16="http://schemas.microsoft.com/office/drawing/2014/main" id="{C94B5B04-6784-1647-928A-AC3718BB5808}"/>
              </a:ext>
            </a:extLst>
          </p:cNvPr>
          <p:cNvSpPr txBox="1"/>
          <p:nvPr/>
        </p:nvSpPr>
        <p:spPr>
          <a:xfrm>
            <a:off x="3323612" y="2828835"/>
            <a:ext cx="3327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1+2</a:t>
            </a:r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*（</a:t>
            </a:r>
            <a:r>
              <a:rPr lang="en-US" altLang="zh-CN" sz="2400" dirty="0" err="1"/>
              <a:t>x+y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0&lt;=a&lt;=10</a:t>
            </a:r>
          </a:p>
        </p:txBody>
      </p:sp>
    </p:spTree>
    <p:extLst>
      <p:ext uri="{BB962C8B-B14F-4D97-AF65-F5344CB8AC3E}">
        <p14:creationId xmlns:p14="http://schemas.microsoft.com/office/powerpoint/2010/main" val="386906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函数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将特定功能代码编写在一个函数里，便于阅读和复用，也使得程序模块化更好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函数可以理解为对一组表达特定功能表达式的封装，它与数学函数类似，能够接收变量并输出结果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内置函数（</a:t>
            </a:r>
            <a:r>
              <a:rPr lang="en-US" altLang="zh-CN" dirty="0"/>
              <a:t>built-in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Python</a:t>
            </a:r>
            <a:r>
              <a:rPr lang="zh-CN" altLang="en-US" dirty="0"/>
              <a:t>自带的函数，不用自己定义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sz="half" idx="4294967295"/>
          </p:nvPr>
        </p:nvSpPr>
        <p:spPr>
          <a:xfrm>
            <a:off x="7010400" y="1444625"/>
            <a:ext cx="5181600" cy="4732338"/>
          </a:xfrm>
        </p:spPr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507" y="3567916"/>
            <a:ext cx="4134293" cy="2609047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33475" y="5003839"/>
            <a:ext cx="4895850" cy="652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solidFill>
                  <a:schemeClr val="tx1"/>
                </a:solidFill>
              </a:rPr>
              <a:t>y = f(x) = 1.8x + 32</a:t>
            </a:r>
          </a:p>
        </p:txBody>
      </p:sp>
    </p:spTree>
    <p:extLst>
      <p:ext uri="{BB962C8B-B14F-4D97-AF65-F5344CB8AC3E}">
        <p14:creationId xmlns:p14="http://schemas.microsoft.com/office/powerpoint/2010/main" val="150833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type()</a:t>
            </a:r>
            <a:r>
              <a:rPr lang="zh-CN" altLang="en-US" dirty="0"/>
              <a:t>函数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zh-CN" altLang="en-US" dirty="0"/>
              <a:t>返回变量的数据的类型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3372E3AC-DF22-C34A-9BBF-D4C81AE14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040" y="2052637"/>
            <a:ext cx="6734947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6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print()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控制台输出的唯一方式</a:t>
            </a:r>
          </a:p>
          <a:p>
            <a:r>
              <a:rPr lang="zh-CN" altLang="en-US" dirty="0"/>
              <a:t>输出方式一：输出变量</a:t>
            </a:r>
            <a:endParaRPr lang="en-US" altLang="zh-CN" dirty="0"/>
          </a:p>
          <a:p>
            <a:pPr lvl="1"/>
            <a:r>
              <a:rPr lang="en-US" altLang="zh-CN" dirty="0"/>
              <a:t>print(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zh-CN" altLang="en-US" b="1" dirty="0">
                <a:solidFill>
                  <a:srgbClr val="FF0000"/>
                </a:solidFill>
              </a:rPr>
              <a:t>变量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输出方式二：输出字符串</a:t>
            </a:r>
            <a:endParaRPr lang="en-US" altLang="zh-CN" dirty="0"/>
          </a:p>
          <a:p>
            <a:pPr lvl="1"/>
            <a:r>
              <a:rPr lang="en-US" altLang="zh-CN" dirty="0"/>
              <a:t>print(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zh-CN" altLang="en-US" b="1" dirty="0">
                <a:solidFill>
                  <a:srgbClr val="FF0000"/>
                </a:solidFill>
              </a:rPr>
              <a:t>字符串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输出方式三：同时输出字符串和变量</a:t>
            </a:r>
            <a:endParaRPr lang="en-US" altLang="zh-CN" dirty="0"/>
          </a:p>
          <a:p>
            <a:pPr lvl="1"/>
            <a:r>
              <a:rPr lang="en-US" altLang="zh-CN" dirty="0"/>
              <a:t>print(“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zh-CN" altLang="zh-CN" b="1" dirty="0">
                <a:solidFill>
                  <a:srgbClr val="FF0000"/>
                </a:solidFill>
              </a:rPr>
              <a:t>模板字符串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dirty="0"/>
              <a:t>”.format(&lt;</a:t>
            </a:r>
            <a:r>
              <a:rPr lang="zh-CN" altLang="zh-CN" dirty="0"/>
              <a:t>逗号分隔的</a:t>
            </a:r>
            <a:r>
              <a:rPr lang="zh-CN" altLang="en-US" b="1" dirty="0">
                <a:solidFill>
                  <a:srgbClr val="FF0000"/>
                </a:solidFill>
              </a:rPr>
              <a:t>变量</a:t>
            </a:r>
            <a:r>
              <a:rPr lang="en-US" altLang="zh-CN" dirty="0"/>
              <a:t>&gt;))</a:t>
            </a:r>
          </a:p>
          <a:p>
            <a:r>
              <a:rPr lang="zh-CN" altLang="en-AU" dirty="0"/>
              <a:t>一般</a:t>
            </a:r>
            <a:r>
              <a:rPr lang="zh-CN" altLang="en-US" dirty="0"/>
              <a:t>格式：</a:t>
            </a:r>
            <a:endParaRPr lang="en-AU" altLang="zh-CN" dirty="0"/>
          </a:p>
          <a:p>
            <a:pPr lvl="1"/>
            <a:r>
              <a:rPr lang="en-US" altLang="zh-CN" dirty="0"/>
              <a:t>print(&lt;</a:t>
            </a:r>
            <a:r>
              <a:rPr lang="zh-CN" altLang="en-US" dirty="0"/>
              <a:t>输出值</a:t>
            </a:r>
            <a:r>
              <a:rPr lang="en-US" altLang="zh-CN" dirty="0"/>
              <a:t>1&gt;[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zh-CN" altLang="en-US" dirty="0"/>
              <a:t>输出值</a:t>
            </a:r>
            <a:r>
              <a:rPr lang="en-US" altLang="zh-CN" dirty="0"/>
              <a:t>2&gt;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zh-CN" altLang="en-US" dirty="0"/>
              <a:t>输出值</a:t>
            </a:r>
            <a:r>
              <a:rPr lang="en-US" altLang="zh-CN" dirty="0"/>
              <a:t>n&gt;</a:t>
            </a:r>
            <a:r>
              <a:rPr lang="zh-CN" altLang="en-US" dirty="0"/>
              <a:t>，</a:t>
            </a:r>
            <a:r>
              <a:rPr lang="en-US" altLang="zh-CN" dirty="0" err="1"/>
              <a:t>sep</a:t>
            </a:r>
            <a:r>
              <a:rPr lang="en-US" altLang="zh-CN" dirty="0"/>
              <a:t>=‘</a:t>
            </a:r>
            <a:r>
              <a:rPr lang="zh-CN" altLang="en-US" dirty="0"/>
              <a:t> </a:t>
            </a:r>
            <a:r>
              <a:rPr lang="en-US" altLang="zh-CN" dirty="0"/>
              <a:t>‘,</a:t>
            </a:r>
            <a:r>
              <a:rPr lang="zh-CN" altLang="en-US" dirty="0"/>
              <a:t> </a:t>
            </a:r>
            <a:r>
              <a:rPr lang="en-US" altLang="zh-CN" dirty="0"/>
              <a:t>end=‘\n’])</a:t>
            </a:r>
            <a:endParaRPr lang="en-AU" altLang="zh-CN" dirty="0"/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500037" y="1502405"/>
            <a:ext cx="21849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a = 2</a:t>
            </a:r>
          </a:p>
          <a:p>
            <a:r>
              <a:rPr lang="en-US" altLang="zh-CN" dirty="0"/>
              <a:t>b = 3.4</a:t>
            </a:r>
          </a:p>
          <a:p>
            <a:r>
              <a:rPr lang="en-US" altLang="zh-CN" dirty="0"/>
              <a:t>c = “hello world”</a:t>
            </a:r>
          </a:p>
          <a:p>
            <a:r>
              <a:rPr lang="en-US" altLang="zh-CN" dirty="0"/>
              <a:t>d = ‘hello human’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print(a)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print(b)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print(c)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print(d)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800213" y="2788170"/>
            <a:ext cx="29390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print(“hello world”)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print(‘hello human’)</a:t>
            </a:r>
          </a:p>
        </p:txBody>
      </p:sp>
      <p:sp>
        <p:nvSpPr>
          <p:cNvPr id="10" name="矩形 9"/>
          <p:cNvSpPr/>
          <p:nvPr/>
        </p:nvSpPr>
        <p:spPr>
          <a:xfrm>
            <a:off x="7914168" y="3574617"/>
            <a:ext cx="42104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a = 2</a:t>
            </a:r>
          </a:p>
          <a:p>
            <a:r>
              <a:rPr lang="en-US" altLang="zh-CN" sz="1600" dirty="0"/>
              <a:t>d = ‘hello human’ 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print(“a</a:t>
            </a:r>
            <a:r>
              <a:rPr lang="zh-CN" altLang="en-US" sz="1600" b="1" dirty="0">
                <a:solidFill>
                  <a:srgbClr val="FF0000"/>
                </a:solidFill>
              </a:rPr>
              <a:t>的值为</a:t>
            </a:r>
            <a:r>
              <a:rPr lang="en-US" altLang="zh-CN" sz="1600" b="1" dirty="0">
                <a:solidFill>
                  <a:srgbClr val="FF0000"/>
                </a:solidFill>
              </a:rPr>
              <a:t>:{}</a:t>
            </a:r>
            <a:r>
              <a:rPr lang="zh-CN" altLang="en-US" sz="1600" b="1" dirty="0">
                <a:solidFill>
                  <a:srgbClr val="FF0000"/>
                </a:solidFill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</a:rPr>
              <a:t>d</a:t>
            </a:r>
            <a:r>
              <a:rPr lang="zh-CN" altLang="en-US" sz="1600" b="1" dirty="0">
                <a:solidFill>
                  <a:srgbClr val="FF0000"/>
                </a:solidFill>
              </a:rPr>
              <a:t>的值为</a:t>
            </a:r>
            <a:r>
              <a:rPr lang="en-US" altLang="zh-CN" sz="1600" b="1" dirty="0">
                <a:solidFill>
                  <a:srgbClr val="FF0000"/>
                </a:solidFill>
              </a:rPr>
              <a:t>:{}”.format(</a:t>
            </a:r>
            <a:r>
              <a:rPr lang="en-US" altLang="zh-CN" sz="1600" b="1" dirty="0" err="1">
                <a:solidFill>
                  <a:srgbClr val="FF0000"/>
                </a:solidFill>
              </a:rPr>
              <a:t>a,d</a:t>
            </a:r>
            <a:r>
              <a:rPr lang="en-US" altLang="zh-CN" sz="1600" b="1" dirty="0">
                <a:solidFill>
                  <a:srgbClr val="FF0000"/>
                </a:solidFill>
              </a:rPr>
              <a:t>))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pic>
        <p:nvPicPr>
          <p:cNvPr id="14" name="Picture 13" descr="A picture containing knife, table&#10;&#10;Description automatically generated">
            <a:extLst>
              <a:ext uri="{FF2B5EF4-FFF2-40B4-BE49-F238E27FC236}">
                <a16:creationId xmlns:a16="http://schemas.microsoft.com/office/drawing/2014/main" id="{69AB8A0F-6D85-3349-803B-9E80A87E1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62" y="6065708"/>
            <a:ext cx="2604852" cy="655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3C9D15-CB74-A644-AF76-2EFC62E33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6130065"/>
            <a:ext cx="1317630" cy="26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format()</a:t>
            </a:r>
            <a:r>
              <a:rPr lang="zh-CN" altLang="en-US" dirty="0"/>
              <a:t>方法的格式控制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format()</a:t>
            </a:r>
            <a:r>
              <a:rPr lang="zh-CN" altLang="en-US" dirty="0"/>
              <a:t>方法中模板字符串的槽除了包括参数序号，还可以包括格式控制信息。此时，槽的内部样式如下：</a:t>
            </a:r>
          </a:p>
          <a:p>
            <a:pPr lvl="1"/>
            <a:r>
              <a:rPr lang="en-US" altLang="zh-CN" dirty="0"/>
              <a:t>{&lt;</a:t>
            </a:r>
            <a:r>
              <a:rPr lang="zh-CN" altLang="en-US" dirty="0"/>
              <a:t>参数序号</a:t>
            </a:r>
            <a:r>
              <a:rPr lang="en-US" altLang="zh-CN" dirty="0"/>
              <a:t>&gt;: &lt;</a:t>
            </a:r>
            <a:r>
              <a:rPr lang="zh-CN" altLang="en-US" dirty="0"/>
              <a:t>格式控制标记</a:t>
            </a:r>
            <a:r>
              <a:rPr lang="en-US" altLang="zh-CN" dirty="0"/>
              <a:t>&gt;}  </a:t>
            </a:r>
          </a:p>
          <a:p>
            <a:r>
              <a:rPr lang="zh-CN" altLang="en-US" dirty="0"/>
              <a:t>其中，格式控制标记用来控制参数显示时的格式 。格式控制标记包括：</a:t>
            </a:r>
            <a:r>
              <a:rPr lang="en-US" altLang="zh-CN" dirty="0"/>
              <a:t>&lt;</a:t>
            </a:r>
            <a:r>
              <a:rPr lang="zh-CN" altLang="en-US" dirty="0"/>
              <a:t>填充</a:t>
            </a:r>
            <a:r>
              <a:rPr lang="en-US" altLang="zh-CN" dirty="0"/>
              <a:t>&gt;&lt;</a:t>
            </a:r>
            <a:r>
              <a:rPr lang="zh-CN" altLang="en-US" dirty="0"/>
              <a:t>对齐</a:t>
            </a:r>
            <a:r>
              <a:rPr lang="en-US" altLang="zh-CN" dirty="0"/>
              <a:t>&gt;&lt;</a:t>
            </a:r>
            <a:r>
              <a:rPr lang="zh-CN" altLang="en-US" dirty="0"/>
              <a:t>宽度</a:t>
            </a:r>
            <a:r>
              <a:rPr lang="en-US" altLang="zh-CN" dirty="0"/>
              <a:t>&gt;,&lt;.</a:t>
            </a:r>
            <a:r>
              <a:rPr lang="zh-CN" altLang="en-US" dirty="0"/>
              <a:t>精度</a:t>
            </a:r>
            <a:r>
              <a:rPr lang="en-US" altLang="zh-CN" dirty="0"/>
              <a:t>&gt;&lt;</a:t>
            </a:r>
            <a:r>
              <a:rPr lang="zh-CN" altLang="en-US" dirty="0"/>
              <a:t>类型</a:t>
            </a:r>
            <a:r>
              <a:rPr lang="en-US" altLang="zh-CN" dirty="0"/>
              <a:t>&gt;6</a:t>
            </a:r>
            <a:r>
              <a:rPr lang="zh-CN" altLang="en-US" dirty="0"/>
              <a:t>个字段，这些字段都是可选的，可以组合使用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7" name="图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4250569"/>
            <a:ext cx="7639050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049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/>
              <a:t>&lt;</a:t>
            </a:r>
            <a:r>
              <a:rPr lang="zh-CN" altLang="en-US" sz="2800" dirty="0"/>
              <a:t>填充</a:t>
            </a:r>
            <a:r>
              <a:rPr lang="en-US" altLang="zh-CN" sz="2800" dirty="0"/>
              <a:t>&gt;&lt;</a:t>
            </a:r>
            <a:r>
              <a:rPr lang="zh-CN" altLang="en-US" sz="2800" dirty="0"/>
              <a:t>对齐</a:t>
            </a:r>
            <a:r>
              <a:rPr lang="en-US" altLang="zh-CN" sz="2800" dirty="0"/>
              <a:t>&gt;&lt;</a:t>
            </a:r>
            <a:r>
              <a:rPr lang="zh-CN" altLang="en-US" sz="2800" dirty="0"/>
              <a:t>宽度</a:t>
            </a:r>
            <a:r>
              <a:rPr lang="en-US" altLang="zh-CN" sz="2800" dirty="0"/>
              <a:t>&gt; </a:t>
            </a:r>
          </a:p>
          <a:p>
            <a:pPr lvl="1">
              <a:defRPr/>
            </a:pPr>
            <a:r>
              <a:rPr lang="en-US" altLang="zh-CN" sz="2400" dirty="0"/>
              <a:t>#</a:t>
            </a:r>
            <a:r>
              <a:rPr lang="zh-CN" altLang="en-US" sz="2400" dirty="0"/>
              <a:t>宽度为</a:t>
            </a:r>
            <a:r>
              <a:rPr lang="en-US" altLang="zh-CN" sz="2400" dirty="0"/>
              <a:t>30</a:t>
            </a:r>
            <a:r>
              <a:rPr lang="zh-CN" altLang="en-US" sz="2400" dirty="0"/>
              <a:t>，居中对齐，且使用</a:t>
            </a:r>
            <a:r>
              <a:rPr lang="en-US" altLang="zh-CN" sz="2400" dirty="0"/>
              <a:t>'-'</a:t>
            </a:r>
            <a:r>
              <a:rPr lang="zh-CN" altLang="en-US" sz="2400" dirty="0"/>
              <a:t>填充 </a:t>
            </a:r>
          </a:p>
          <a:p>
            <a:pPr lvl="2">
              <a:defRPr/>
            </a:pPr>
            <a:r>
              <a:rPr lang="en-US" altLang="zh-CN" dirty="0"/>
              <a:t>"{0:-^30}".format(s)</a:t>
            </a:r>
          </a:p>
          <a:p>
            <a:pPr>
              <a:defRPr/>
            </a:pPr>
            <a:r>
              <a:rPr lang="en-US" altLang="zh-CN" sz="2800" dirty="0"/>
              <a:t>&lt;.</a:t>
            </a:r>
            <a:r>
              <a:rPr lang="zh-CN" altLang="en-US" sz="2800" dirty="0"/>
              <a:t>精度</a:t>
            </a:r>
            <a:r>
              <a:rPr lang="en-US" altLang="zh-CN" sz="2800" dirty="0"/>
              <a:t>&gt;&lt;</a:t>
            </a:r>
            <a:r>
              <a:rPr lang="zh-CN" altLang="en-US" sz="2800" dirty="0"/>
              <a:t>类型</a:t>
            </a:r>
            <a:r>
              <a:rPr lang="en-US" altLang="zh-CN" sz="2800" dirty="0"/>
              <a:t>&gt; </a:t>
            </a:r>
          </a:p>
          <a:p>
            <a:pPr lvl="1"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#</a:t>
            </a:r>
            <a:r>
              <a:rPr lang="zh-CN" altLang="en-US" sz="2400" b="1" dirty="0">
                <a:solidFill>
                  <a:srgbClr val="FF0000"/>
                </a:solidFill>
              </a:rPr>
              <a:t>保留两位小数 </a:t>
            </a:r>
          </a:p>
          <a:p>
            <a:pPr lvl="2">
              <a:defRPr/>
            </a:pPr>
            <a:r>
              <a:rPr lang="en-US" altLang="zh-CN" dirty="0"/>
              <a:t>"{:.2f}".format(s)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8" name="Picture 7" descr="A picture containing bottle, dark, sitting, holding&#10;&#10;Description automatically generated">
            <a:extLst>
              <a:ext uri="{FF2B5EF4-FFF2-40B4-BE49-F238E27FC236}">
                <a16:creationId xmlns:a16="http://schemas.microsoft.com/office/drawing/2014/main" id="{D5137AE6-C744-BE40-9110-4502A873A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860" y="2110618"/>
            <a:ext cx="3101340" cy="822325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709D133F-AC99-3C47-B628-C88E3E0F11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505" y="3112330"/>
            <a:ext cx="2631440" cy="82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7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input()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控制台输入的唯一方式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字符串变量</a:t>
            </a:r>
            <a:r>
              <a:rPr lang="en-US" altLang="zh-CN" dirty="0"/>
              <a:t>&gt; = input(&lt;</a:t>
            </a:r>
            <a:r>
              <a:rPr lang="zh-CN" altLang="en-US" dirty="0"/>
              <a:t>提示性文字</a:t>
            </a:r>
            <a:r>
              <a:rPr lang="en-US" altLang="zh-CN" dirty="0"/>
              <a:t>&gt;)</a:t>
            </a:r>
          </a:p>
          <a:p>
            <a:r>
              <a:rPr lang="zh-CN" altLang="en-US" dirty="0"/>
              <a:t>注意</a:t>
            </a:r>
            <a:endParaRPr lang="en-US" altLang="zh-CN" dirty="0"/>
          </a:p>
          <a:p>
            <a:pPr lvl="1"/>
            <a:r>
              <a:rPr lang="zh-CN" altLang="en-US" dirty="0"/>
              <a:t>从</a:t>
            </a:r>
            <a:r>
              <a:rPr lang="zh-CN" altLang="en-US" b="1" dirty="0">
                <a:solidFill>
                  <a:srgbClr val="FF0000"/>
                </a:solidFill>
              </a:rPr>
              <a:t>控制台输入</a:t>
            </a:r>
            <a:r>
              <a:rPr lang="zh-CN" altLang="en-US" dirty="0"/>
              <a:t>获得的变量为</a:t>
            </a:r>
            <a:r>
              <a:rPr lang="zh-CN" altLang="en-US" b="1" dirty="0">
                <a:solidFill>
                  <a:srgbClr val="FF0000"/>
                </a:solidFill>
              </a:rPr>
              <a:t>字符串</a:t>
            </a:r>
            <a:r>
              <a:rPr lang="zh-CN" altLang="en-US" dirty="0"/>
              <a:t>变量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9A4D66E-C525-274D-912D-3D3097328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24" y="3725862"/>
            <a:ext cx="3280141" cy="217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08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eval()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eval</a:t>
            </a:r>
            <a:r>
              <a:rPr lang="en-US" altLang="zh-CN" dirty="0"/>
              <a:t>(&lt;</a:t>
            </a:r>
            <a:r>
              <a:rPr lang="zh-CN" altLang="en-US" dirty="0"/>
              <a:t>字符串</a:t>
            </a:r>
            <a:r>
              <a:rPr lang="en-US" altLang="zh-CN" dirty="0"/>
              <a:t>&gt;)</a:t>
            </a:r>
            <a:r>
              <a:rPr lang="zh-CN" altLang="en-US" dirty="0"/>
              <a:t>函数将字符串转换为相应的数字类型或数字表达式</a:t>
            </a:r>
            <a:endParaRPr lang="en-US" altLang="zh-CN" dirty="0"/>
          </a:p>
          <a:p>
            <a:r>
              <a:rPr lang="zh-CN" altLang="en-US" dirty="0"/>
              <a:t>“慧眼识珠”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339" y="3051864"/>
            <a:ext cx="5039169" cy="23616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889898" y="5719873"/>
            <a:ext cx="2780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识别不出，则报错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AC058D08-EAED-E549-938D-23270A523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98" y="4842004"/>
            <a:ext cx="2679202" cy="819260"/>
          </a:xfrm>
          <a:prstGeom prst="rect">
            <a:avLst/>
          </a:prstGeom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7428B6C-1652-AE4B-AACB-5CCA1AD7C1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23" y="3086100"/>
            <a:ext cx="4527728" cy="147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1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r>
              <a:rPr lang="zh-CN" altLang="en-US" dirty="0"/>
              <a:t>函数和</a:t>
            </a:r>
            <a:r>
              <a:rPr lang="en-US" altLang="zh-CN" dirty="0"/>
              <a:t>input()</a:t>
            </a:r>
            <a:r>
              <a:rPr lang="zh-CN" altLang="en-US" dirty="0"/>
              <a:t>函数联用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13" name="Content Placeholder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F94BA72A-4F5B-2947-8B56-382C46CAB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974" y="1785143"/>
            <a:ext cx="4199855" cy="839971"/>
          </a:xfrm>
        </p:spPr>
      </p:pic>
    </p:spTree>
    <p:extLst>
      <p:ext uri="{BB962C8B-B14F-4D97-AF65-F5344CB8AC3E}">
        <p14:creationId xmlns:p14="http://schemas.microsoft.com/office/powerpoint/2010/main" val="192562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AU" dirty="0"/>
              <a:t>由</a:t>
            </a:r>
            <a:r>
              <a:rPr lang="zh-CN" altLang="en-US" dirty="0"/>
              <a:t>表达式、函数调用组成，各种控制结构也属于语句</a:t>
            </a:r>
            <a:endParaRPr lang="en-AU" altLang="zh-CN" dirty="0"/>
          </a:p>
          <a:p>
            <a:r>
              <a:rPr lang="zh-CN" altLang="en-US" dirty="0"/>
              <a:t>一行语句代表一条指令</a:t>
            </a:r>
            <a:endParaRPr lang="en-US" altLang="zh-CN" dirty="0"/>
          </a:p>
          <a:p>
            <a:r>
              <a:rPr lang="zh-CN" altLang="en-US" dirty="0"/>
              <a:t>超长语句</a:t>
            </a:r>
            <a:endParaRPr lang="en-US" altLang="zh-CN" dirty="0"/>
          </a:p>
          <a:p>
            <a:pPr lvl="1"/>
            <a:r>
              <a:rPr lang="zh-CN" altLang="en-US" dirty="0"/>
              <a:t>超过</a:t>
            </a:r>
            <a:r>
              <a:rPr lang="en-US" altLang="zh-CN" dirty="0"/>
              <a:t>80</a:t>
            </a:r>
            <a:r>
              <a:rPr lang="zh-CN" altLang="en-US" dirty="0"/>
              <a:t>个字符</a:t>
            </a:r>
            <a:endParaRPr lang="en-US" altLang="zh-CN" dirty="0"/>
          </a:p>
          <a:p>
            <a:pPr lvl="1"/>
            <a:r>
              <a:rPr lang="zh-CN" altLang="en-US" dirty="0"/>
              <a:t>使用反斜杠连接符（“</a:t>
            </a:r>
            <a:r>
              <a:rPr lang="en-US" altLang="zh-CN" dirty="0"/>
              <a:t>\</a:t>
            </a:r>
            <a:r>
              <a:rPr lang="zh-CN" altLang="en-US" dirty="0"/>
              <a:t>”）或圆括号来连接行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注释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程序员在代码中加入的说明信息，</a:t>
            </a:r>
            <a:r>
              <a:rPr lang="zh-CN" altLang="en-US" b="1" dirty="0">
                <a:solidFill>
                  <a:srgbClr val="FF0000"/>
                </a:solidFill>
              </a:rPr>
              <a:t>不被计算机执行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以“</a:t>
            </a:r>
            <a:r>
              <a:rPr lang="en-US" altLang="zh-CN" b="1" dirty="0">
                <a:solidFill>
                  <a:srgbClr val="FF0000"/>
                </a:solidFill>
              </a:rPr>
              <a:t>#</a:t>
            </a:r>
            <a:r>
              <a:rPr lang="zh-CN" altLang="en-US" dirty="0"/>
              <a:t>”号开头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语句</a:t>
            </a:r>
          </a:p>
        </p:txBody>
      </p:sp>
      <p:pic>
        <p:nvPicPr>
          <p:cNvPr id="11" name="Content Placeholder 10" descr="Text&#10;&#10;Description automatically generated">
            <a:extLst>
              <a:ext uri="{FF2B5EF4-FFF2-40B4-BE49-F238E27FC236}">
                <a16:creationId xmlns:a16="http://schemas.microsoft.com/office/drawing/2014/main" id="{52F7C8A3-56D3-9F40-9331-6617FD4B69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800" y="1864915"/>
            <a:ext cx="4317231" cy="3674239"/>
          </a:xfrm>
        </p:spPr>
      </p:pic>
    </p:spTree>
    <p:extLst>
      <p:ext uri="{BB962C8B-B14F-4D97-AF65-F5344CB8AC3E}">
        <p14:creationId xmlns:p14="http://schemas.microsoft.com/office/powerpoint/2010/main" val="220014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B0DD-EF23-F542-A0EA-DE397C75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 类与对象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DB24-E3E8-C347-8527-7331E25BD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对象</a:t>
            </a:r>
            <a:endParaRPr lang="en-AU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是面向对象的程序设计语言</a:t>
            </a:r>
            <a:endParaRPr lang="en-AU" altLang="zh-CN" dirty="0"/>
          </a:p>
          <a:p>
            <a:pPr lvl="1"/>
            <a:r>
              <a:rPr lang="zh-CN" altLang="en-US" dirty="0"/>
              <a:t>把一个事务的静态特征（属性）和动态行为（方法）封装在一个结构里</a:t>
            </a:r>
            <a:endParaRPr lang="en-US" dirty="0"/>
          </a:p>
          <a:p>
            <a:r>
              <a:rPr lang="en-US" dirty="0" err="1"/>
              <a:t>类是同一类事务的抽象</a:t>
            </a:r>
            <a:r>
              <a:rPr lang="zh-CN" altLang="en-US" dirty="0"/>
              <a:t>，类是相似对象的抽象，或者说类型</a:t>
            </a:r>
            <a:endParaRPr lang="en-AU" altLang="zh-CN" dirty="0"/>
          </a:p>
          <a:p>
            <a:r>
              <a:rPr lang="en-US" dirty="0" err="1"/>
              <a:t>如</a:t>
            </a:r>
            <a:r>
              <a:rPr lang="zh-CN" altLang="en-US" dirty="0"/>
              <a:t>：</a:t>
            </a:r>
            <a:r>
              <a:rPr lang="en-US" altLang="zh-CN" dirty="0"/>
              <a:t>Student</a:t>
            </a:r>
            <a:r>
              <a:rPr lang="zh-CN" altLang="en-US" dirty="0"/>
              <a:t>类</a:t>
            </a:r>
            <a:endParaRPr lang="en-AU" altLang="zh-CN" dirty="0"/>
          </a:p>
          <a:p>
            <a:pPr lvl="2"/>
            <a:r>
              <a:rPr lang="zh-CN" altLang="en-US" dirty="0"/>
              <a:t>属性：学号、姓名、专业</a:t>
            </a:r>
            <a:endParaRPr lang="en-AU" altLang="zh-CN" dirty="0"/>
          </a:p>
          <a:p>
            <a:pPr lvl="2"/>
            <a:r>
              <a:rPr lang="zh-CN" altLang="en-US" dirty="0"/>
              <a:t>方法：选课、借阅图书</a:t>
            </a:r>
            <a:endParaRPr lang="en-AU" altLang="zh-CN" dirty="0"/>
          </a:p>
          <a:p>
            <a:pPr marL="914400" lvl="2" indent="0">
              <a:buNone/>
            </a:pPr>
            <a:r>
              <a:rPr lang="zh-CN" altLang="en-US" dirty="0"/>
              <a:t>学生张三、李四都是</a:t>
            </a:r>
            <a:r>
              <a:rPr lang="en-US" altLang="zh-CN" dirty="0"/>
              <a:t>student</a:t>
            </a:r>
            <a:r>
              <a:rPr lang="zh-CN" altLang="en-US" dirty="0"/>
              <a:t>类的对象</a:t>
            </a:r>
            <a:endParaRPr lang="en-AU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CB7B1-B29A-D04C-8B2E-408AA2BB5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49E9-48A8-C748-B536-90D50C50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7F321-297B-2949-9D9A-B846E0AF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40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的基本运算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算数运算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赋值运算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关系运算</a:t>
            </a:r>
            <a:endParaRPr lang="en-AU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逻辑运算</a:t>
            </a:r>
            <a:endParaRPr lang="en-AU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37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算数运算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内置的数值运算操作符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24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773011" y="2187803"/>
          <a:ext cx="7129462" cy="3671765"/>
        </p:xfrm>
        <a:graphic>
          <a:graphicData uri="http://schemas.openxmlformats.org/drawingml/2006/table">
            <a:tbl>
              <a:tblPr/>
              <a:tblGrid>
                <a:gridCol w="1783691">
                  <a:extLst>
                    <a:ext uri="{9D8B030D-6E8A-4147-A177-3AD203B41FA5}">
                      <a16:colId xmlns:a16="http://schemas.microsoft.com/office/drawing/2014/main" val="2000205910"/>
                    </a:ext>
                  </a:extLst>
                </a:gridCol>
                <a:gridCol w="5345771">
                  <a:extLst>
                    <a:ext uri="{9D8B030D-6E8A-4147-A177-3AD203B41FA5}">
                      <a16:colId xmlns:a16="http://schemas.microsoft.com/office/drawing/2014/main" val="2018448207"/>
                    </a:ext>
                  </a:extLst>
                </a:gridCol>
              </a:tblGrid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操作符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845552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+ 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之和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84504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- 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之差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45097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* 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之积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996606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/ 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之商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016388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// 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之整数商，即：不大于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之商的最大整数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997518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% 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之商的余数，也称为模运算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120774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的负值，即：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x*(-1)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732914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本身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42812"/>
                  </a:ext>
                </a:extLst>
              </a:tr>
              <a:tr h="32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x**y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次幂，即：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74051"/>
                  </a:ext>
                </a:extLst>
              </a:tr>
            </a:tbl>
          </a:graphicData>
        </a:graphic>
      </p:graphicFrame>
      <p:pic>
        <p:nvPicPr>
          <p:cNvPr id="8" name="内容占位符 7"/>
          <p:cNvPicPr>
            <a:picLocks noChangeAspect="1"/>
          </p:cNvPicPr>
          <p:nvPr/>
        </p:nvPicPr>
        <p:blipFill>
          <a:blip r:embed="rId3"/>
          <a:srcRect l="21715" t="28407" r="67891" b="50051"/>
          <a:stretch>
            <a:fillRect/>
          </a:stretch>
        </p:blipFill>
        <p:spPr>
          <a:xfrm>
            <a:off x="9117965" y="1444496"/>
            <a:ext cx="2235835" cy="220853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47FD22BE-C6A4-D64F-B37A-0B40CE61DD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965" y="3832412"/>
            <a:ext cx="1337396" cy="10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3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内置的数值运算函数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解释器提供了一些内置函数，在这些内置函数之中，有</a:t>
            </a:r>
            <a:r>
              <a:rPr lang="en-US" altLang="zh-CN" dirty="0"/>
              <a:t>7</a:t>
            </a:r>
            <a:r>
              <a:rPr lang="zh-CN" altLang="en-US" dirty="0"/>
              <a:t>个函数与数值运算相关 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25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343150" y="2678792"/>
          <a:ext cx="7705725" cy="3155899"/>
        </p:xfrm>
        <a:graphic>
          <a:graphicData uri="http://schemas.openxmlformats.org/drawingml/2006/table">
            <a:tbl>
              <a:tblPr/>
              <a:tblGrid>
                <a:gridCol w="1927391">
                  <a:extLst>
                    <a:ext uri="{9D8B030D-6E8A-4147-A177-3AD203B41FA5}">
                      <a16:colId xmlns:a16="http://schemas.microsoft.com/office/drawing/2014/main" val="1822435302"/>
                    </a:ext>
                  </a:extLst>
                </a:gridCol>
                <a:gridCol w="5778334">
                  <a:extLst>
                    <a:ext uri="{9D8B030D-6E8A-4147-A177-3AD203B41FA5}">
                      <a16:colId xmlns:a16="http://schemas.microsoft.com/office/drawing/2014/main" val="3924359236"/>
                    </a:ext>
                  </a:extLst>
                </a:gridCol>
              </a:tblGrid>
              <a:tr h="4114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92970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abs(x)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的绝对值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16342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divmod(x, y)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(x//y, x%y)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，输出为二元组形式（也称为元组类型）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00297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pow(x, y[, z])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(x**y)%z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[..]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表示该参数可以省略，即：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pow(x,y)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，它与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x**y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相同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717423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sum(x)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是一个可迭代变量，比如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sum([1,2,3,4])=10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946585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round(x[,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ndigits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四舍五入，保留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ndigits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位小数。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round(x)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返回四舍五入的整数值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195244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max(x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…, 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…, 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的最大值，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没有限定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502035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min(x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…, x</a:t>
                      </a:r>
                      <a:r>
                        <a:rPr kumimoji="0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x</a:t>
                      </a:r>
                      <a:r>
                        <a:rPr kumimoji="0" lang="en-US" altLang="zh-CN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…,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14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的最小值，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没有限定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47097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DFA2FBA-4003-CA4D-88E2-128C99786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87" y="3032125"/>
            <a:ext cx="1341438" cy="38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5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3464" lvl="1" indent="0">
              <a:buNone/>
            </a:pPr>
            <a:r>
              <a:rPr lang="en-US" altLang="zh-CN" dirty="0"/>
              <a:t>1</a:t>
            </a:r>
            <a:r>
              <a:rPr lang="zh-CN" altLang="zh-CN" dirty="0"/>
              <a:t>．</a:t>
            </a:r>
            <a:r>
              <a:rPr lang="zh-CN" altLang="en-US" dirty="0"/>
              <a:t>单变量赋值，如：</a:t>
            </a:r>
            <a:r>
              <a:rPr lang="en-US" altLang="zh-CN" dirty="0"/>
              <a:t>a = 3</a:t>
            </a:r>
          </a:p>
          <a:p>
            <a:pPr marL="283464" lvl="1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．复合赋值语句</a:t>
            </a:r>
            <a:endParaRPr lang="en-US" altLang="zh-CN" dirty="0"/>
          </a:p>
          <a:p>
            <a:pPr marL="283464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）序列赋值</a:t>
            </a:r>
            <a:r>
              <a:rPr lang="en-US" altLang="zh-CN" dirty="0"/>
              <a:t>     x, y = 1, 1.5</a:t>
            </a:r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84516C4A-DAFE-2C4B-BFE4-18CF3D835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088416"/>
            <a:ext cx="3285035" cy="1512159"/>
          </a:xfrm>
          <a:prstGeom prst="rect">
            <a:avLst/>
          </a:prstGeom>
        </p:spPr>
      </p:pic>
      <p:pic>
        <p:nvPicPr>
          <p:cNvPr id="8" name="Picture 7" descr="A picture containing indoor, bird, table&#10;&#10;Description automatically generated">
            <a:extLst>
              <a:ext uri="{FF2B5EF4-FFF2-40B4-BE49-F238E27FC236}">
                <a16:creationId xmlns:a16="http://schemas.microsoft.com/office/drawing/2014/main" id="{46F2261C-1F98-E446-ABB8-9B7CC0786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650" y="3616753"/>
            <a:ext cx="4334643" cy="17121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B20DF4-1B61-2D48-9369-485518B4BB30}"/>
              </a:ext>
            </a:extLst>
          </p:cNvPr>
          <p:cNvSpPr txBox="1"/>
          <p:nvPr/>
        </p:nvSpPr>
        <p:spPr>
          <a:xfrm>
            <a:off x="5962650" y="3059668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序列赋值是利用元组和序列解包来实现的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9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3464" lvl="1" indent="0">
              <a:buNone/>
            </a:pPr>
            <a:r>
              <a:rPr lang="en-US" altLang="zh-CN" dirty="0"/>
              <a:t>1</a:t>
            </a:r>
            <a:r>
              <a:rPr lang="zh-CN" altLang="zh-CN" dirty="0"/>
              <a:t>．</a:t>
            </a:r>
            <a:r>
              <a:rPr lang="zh-CN" altLang="en-US" dirty="0"/>
              <a:t>单变量赋值，如：</a:t>
            </a:r>
            <a:r>
              <a:rPr lang="en-US" altLang="zh-CN" dirty="0"/>
              <a:t>a = 3</a:t>
            </a:r>
          </a:p>
          <a:p>
            <a:pPr marL="283464" lvl="1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．复合赋值语句</a:t>
            </a:r>
            <a:endParaRPr lang="en-US" altLang="zh-CN" dirty="0"/>
          </a:p>
          <a:p>
            <a:pPr marL="283464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）序列赋值</a:t>
            </a:r>
            <a:r>
              <a:rPr lang="en-US" altLang="zh-CN" dirty="0"/>
              <a:t>     x, y = 1, 1.5</a:t>
            </a:r>
          </a:p>
          <a:p>
            <a:pPr marL="283464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）多目标赋值</a:t>
            </a:r>
            <a:r>
              <a:rPr lang="en-US" altLang="zh-CN" dirty="0"/>
              <a:t>   first=second=third=“welcome</a:t>
            </a:r>
            <a:r>
              <a:rPr lang="zh-CN" altLang="en-US" dirty="0"/>
              <a:t>”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Picture 5" descr="A picture containing holding&#10;&#10;Description automatically generated">
            <a:extLst>
              <a:ext uri="{FF2B5EF4-FFF2-40B4-BE49-F238E27FC236}">
                <a16:creationId xmlns:a16="http://schemas.microsoft.com/office/drawing/2014/main" id="{5787C97F-6726-4B4C-9240-7775EE9C1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648" y="3582128"/>
            <a:ext cx="5115127" cy="220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3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3464" lvl="1" indent="0">
              <a:buNone/>
            </a:pPr>
            <a:r>
              <a:rPr lang="en-US" altLang="zh-CN" dirty="0"/>
              <a:t>1</a:t>
            </a:r>
            <a:r>
              <a:rPr lang="zh-CN" altLang="zh-CN" dirty="0"/>
              <a:t>．</a:t>
            </a:r>
            <a:r>
              <a:rPr lang="zh-CN" altLang="en-US" dirty="0"/>
              <a:t>单变量赋值，如：</a:t>
            </a:r>
            <a:r>
              <a:rPr lang="en-US" altLang="zh-CN" dirty="0"/>
              <a:t>a = 3</a:t>
            </a:r>
          </a:p>
          <a:p>
            <a:pPr marL="283464" lvl="1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．复合赋值语句</a:t>
            </a:r>
            <a:endParaRPr lang="en-US" altLang="zh-CN" dirty="0"/>
          </a:p>
          <a:p>
            <a:pPr marL="283464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）序列赋值</a:t>
            </a:r>
            <a:r>
              <a:rPr lang="en-US" altLang="zh-CN" dirty="0"/>
              <a:t>     x, y = 1, 1.5</a:t>
            </a:r>
          </a:p>
          <a:p>
            <a:pPr marL="283464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）多目标赋值</a:t>
            </a:r>
            <a:r>
              <a:rPr lang="en-US" altLang="zh-CN" dirty="0"/>
              <a:t>   first=second=third=“welcome</a:t>
            </a:r>
            <a:r>
              <a:rPr lang="zh-CN" altLang="en-US" dirty="0"/>
              <a:t>”</a:t>
            </a:r>
            <a:endParaRPr lang="en-US" altLang="zh-CN" dirty="0"/>
          </a:p>
          <a:p>
            <a:pPr marL="283464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）复合赋值</a:t>
            </a:r>
            <a:r>
              <a:rPr lang="zh-CN" altLang="en-US" dirty="0"/>
              <a:t>：运算操作与赋值操作的组合</a:t>
            </a:r>
            <a:endParaRPr lang="en-US" altLang="zh-CN" dirty="0"/>
          </a:p>
          <a:p>
            <a:pPr marL="1197864" lvl="3" indent="0">
              <a:buNone/>
            </a:pPr>
            <a:r>
              <a:rPr lang="en-US" altLang="zh-CN" sz="2800" dirty="0"/>
              <a:t>x</a:t>
            </a:r>
            <a:r>
              <a:rPr lang="zh-CN" altLang="en-US" sz="2800" dirty="0"/>
              <a:t> </a:t>
            </a:r>
            <a:r>
              <a:rPr lang="en-US" altLang="zh-CN" sz="2800" dirty="0"/>
              <a:t>op=y</a:t>
            </a:r>
            <a:endParaRPr lang="en-AU" altLang="zh-CN" sz="2800" dirty="0"/>
          </a:p>
          <a:p>
            <a:pPr marL="1197864" lvl="3" indent="0">
              <a:buNone/>
            </a:pPr>
            <a:r>
              <a:rPr lang="zh-CN" altLang="en-US" sz="2800" dirty="0"/>
              <a:t>等价于</a:t>
            </a:r>
            <a:endParaRPr lang="en-AU" altLang="zh-CN" sz="2800" dirty="0"/>
          </a:p>
          <a:p>
            <a:pPr marL="1197864" lvl="3" indent="0">
              <a:buNone/>
            </a:pPr>
            <a:r>
              <a:rPr lang="en-US" altLang="zh-CN" sz="2800" dirty="0"/>
              <a:t>x</a:t>
            </a:r>
            <a:r>
              <a:rPr lang="zh-CN" altLang="en-US" sz="2800" dirty="0"/>
              <a:t> </a:t>
            </a:r>
            <a:r>
              <a:rPr lang="en-US" altLang="zh-CN" sz="2800" dirty="0"/>
              <a:t>=</a:t>
            </a:r>
            <a:r>
              <a:rPr lang="zh-CN" altLang="en-US" sz="2800" dirty="0"/>
              <a:t> </a:t>
            </a:r>
            <a:r>
              <a:rPr lang="en-US" altLang="zh-CN" sz="2800" dirty="0"/>
              <a:t>x</a:t>
            </a:r>
            <a:r>
              <a:rPr lang="zh-CN" altLang="en-US" sz="2800" dirty="0"/>
              <a:t> </a:t>
            </a:r>
            <a:r>
              <a:rPr lang="en-US" altLang="zh-CN" sz="2800" dirty="0"/>
              <a:t>op</a:t>
            </a:r>
            <a:r>
              <a:rPr lang="zh-CN" altLang="en-US" sz="2800" dirty="0"/>
              <a:t> </a:t>
            </a:r>
            <a:r>
              <a:rPr lang="en-US" altLang="zh-CN" sz="2800" dirty="0"/>
              <a:t>y</a:t>
            </a:r>
            <a:endParaRPr lang="zh-CN" altLang="zh-CN" sz="2800" dirty="0"/>
          </a:p>
          <a:p>
            <a:pPr marL="283464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01" y="4385624"/>
            <a:ext cx="3653847" cy="21480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3C1E5D-447C-C543-A586-C6439BDA8E8B}"/>
              </a:ext>
            </a:extLst>
          </p:cNvPr>
          <p:cNvSpPr/>
          <p:nvPr/>
        </p:nvSpPr>
        <p:spPr>
          <a:xfrm>
            <a:off x="4125259" y="3767270"/>
            <a:ext cx="28270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97864" lvl="3" indent="0">
              <a:buNone/>
            </a:pPr>
            <a:r>
              <a:rPr lang="en-US" altLang="zh-CN" sz="2800" dirty="0"/>
              <a:t>age += 3</a:t>
            </a:r>
          </a:p>
        </p:txBody>
      </p:sp>
    </p:spTree>
    <p:extLst>
      <p:ext uri="{BB962C8B-B14F-4D97-AF65-F5344CB8AC3E}">
        <p14:creationId xmlns:p14="http://schemas.microsoft.com/office/powerpoint/2010/main" val="390132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算术复合赋值运算符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95700" y="2118750"/>
          <a:ext cx="8745826" cy="3592830"/>
        </p:xfrm>
        <a:graphic>
          <a:graphicData uri="http://schemas.openxmlformats.org/drawingml/2006/table">
            <a:tbl>
              <a:tblPr/>
              <a:tblGrid>
                <a:gridCol w="1750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</a:rPr>
                        <a:t>运算符</a:t>
                      </a: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</a:rPr>
                        <a:t>实例</a:t>
                      </a: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</a:rPr>
                        <a:t>=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简单的赋值运算符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c = a + b </a:t>
                      </a:r>
                      <a:r>
                        <a:rPr lang="zh-CN" altLang="en-US">
                          <a:effectLst/>
                        </a:rPr>
                        <a:t>将 </a:t>
                      </a:r>
                      <a:r>
                        <a:rPr lang="en-US">
                          <a:effectLst/>
                        </a:rPr>
                        <a:t>a + b </a:t>
                      </a:r>
                      <a:r>
                        <a:rPr lang="zh-CN" altLang="en-US">
                          <a:effectLst/>
                        </a:rPr>
                        <a:t>的运算结果赋值为 </a:t>
                      </a:r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</a:rPr>
                        <a:t>+=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加法赋值运算符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c += a 等效于 c = c + a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</a:rPr>
                        <a:t>-=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</a:rPr>
                        <a:t>减法赋值运算符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c -= a 等效于 c = c - a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</a:rPr>
                        <a:t>*</a:t>
                      </a:r>
                      <a:r>
                        <a:rPr lang="en-US" altLang="zh-CN" dirty="0">
                          <a:effectLst/>
                        </a:rPr>
                        <a:t>=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乘法赋值运算符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c *= a 等效于 c = c * a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</a:rPr>
                        <a:t>/=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除法赋值运算符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c /= a 等效于 c = c / a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</a:rPr>
                        <a:t>%=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取模赋值运算符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c %= a 等效于 c = c % a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</a:rPr>
                        <a:t>**</a:t>
                      </a:r>
                      <a:r>
                        <a:rPr lang="en-US" altLang="zh-CN" dirty="0">
                          <a:effectLst/>
                        </a:rPr>
                        <a:t>=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幂赋值运算符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c **= a 等效于 c = c ** a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</a:rPr>
                        <a:t>//=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取整除赋值运算符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 //= a 等效于 c = c // a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77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关系运算符也称为比较运算符，可以对两个数值类型或字符串类型的数据进行大小比较，返回</a:t>
            </a:r>
            <a:r>
              <a:rPr lang="en-US" altLang="zh-CN" sz="2000" dirty="0"/>
              <a:t>bool</a:t>
            </a:r>
            <a:r>
              <a:rPr lang="zh-CN" altLang="en-US" sz="2000" dirty="0"/>
              <a:t>值：</a:t>
            </a:r>
            <a:r>
              <a:rPr lang="en-US" altLang="zh-CN" sz="2000" dirty="0"/>
              <a:t>True/False</a:t>
            </a:r>
          </a:p>
          <a:p>
            <a:r>
              <a:rPr lang="zh-CN" altLang="en-US" sz="2000" dirty="0"/>
              <a:t>所有关系运算的优先级相同</a:t>
            </a:r>
            <a:endParaRPr lang="en-US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30</a:t>
            </a:fld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D1547DE-4AC4-2E4C-A486-39C8FAE41CE8}"/>
              </a:ext>
            </a:extLst>
          </p:cNvPr>
          <p:cNvGraphicFramePr>
            <a:graphicFrameLocks noGrp="1"/>
          </p:cNvGraphicFramePr>
          <p:nvPr/>
        </p:nvGraphicFramePr>
        <p:xfrm>
          <a:off x="2343150" y="2678792"/>
          <a:ext cx="5469445" cy="3547959"/>
        </p:xfrm>
        <a:graphic>
          <a:graphicData uri="http://schemas.openxmlformats.org/drawingml/2006/table">
            <a:tbl>
              <a:tblPr/>
              <a:tblGrid>
                <a:gridCol w="1101445">
                  <a:extLst>
                    <a:ext uri="{9D8B030D-6E8A-4147-A177-3AD203B41FA5}">
                      <a16:colId xmlns:a16="http://schemas.microsoft.com/office/drawing/2014/main" val="1822435302"/>
                    </a:ext>
                  </a:extLst>
                </a:gridCol>
                <a:gridCol w="1065860">
                  <a:extLst>
                    <a:ext uri="{9D8B030D-6E8A-4147-A177-3AD203B41FA5}">
                      <a16:colId xmlns:a16="http://schemas.microsoft.com/office/drawing/2014/main" val="3924359236"/>
                    </a:ext>
                  </a:extLst>
                </a:gridCol>
                <a:gridCol w="3302140">
                  <a:extLst>
                    <a:ext uri="{9D8B030D-6E8A-4147-A177-3AD203B41FA5}">
                      <a16:colId xmlns:a16="http://schemas.microsoft.com/office/drawing/2014/main" val="2898873504"/>
                    </a:ext>
                  </a:extLst>
                </a:gridCol>
              </a:tblGrid>
              <a:tr h="4114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描述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实例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92970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&gt;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大于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5&gt;2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’5’&gt;12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16342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&gt;=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A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大于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或等于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‘a’&gt;=‘A’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’ab’&gt;’a’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00297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&lt;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小于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5&lt;2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’5’&lt;12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717423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&lt;=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A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小于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或等于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‘a’&lt;=‘A’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’ab’&lt;’a’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946585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==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A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等于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5==2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’5’==5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195244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!=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A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不等于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5!=2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’5’!=5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502035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A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等于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is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’5’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is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470979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is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not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不等于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is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not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’5’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is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not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673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02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优先级：</a:t>
            </a:r>
            <a:r>
              <a:rPr lang="en-US" altLang="zh-CN" dirty="0"/>
              <a:t>or&lt;and&lt;not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31</a:t>
            </a:fld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41021E4-936B-EB49-8C54-5BFC093E303B}"/>
              </a:ext>
            </a:extLst>
          </p:cNvPr>
          <p:cNvGraphicFramePr>
            <a:graphicFrameLocks noGrp="1"/>
          </p:cNvGraphicFramePr>
          <p:nvPr/>
        </p:nvGraphicFramePr>
        <p:xfrm>
          <a:off x="1571625" y="2635170"/>
          <a:ext cx="8669845" cy="1587659"/>
        </p:xfrm>
        <a:graphic>
          <a:graphicData uri="http://schemas.openxmlformats.org/drawingml/2006/table">
            <a:tbl>
              <a:tblPr/>
              <a:tblGrid>
                <a:gridCol w="1101445">
                  <a:extLst>
                    <a:ext uri="{9D8B030D-6E8A-4147-A177-3AD203B41FA5}">
                      <a16:colId xmlns:a16="http://schemas.microsoft.com/office/drawing/2014/main" val="1822435302"/>
                    </a:ext>
                  </a:extLst>
                </a:gridCol>
                <a:gridCol w="4266260">
                  <a:extLst>
                    <a:ext uri="{9D8B030D-6E8A-4147-A177-3AD203B41FA5}">
                      <a16:colId xmlns:a16="http://schemas.microsoft.com/office/drawing/2014/main" val="3924359236"/>
                    </a:ext>
                  </a:extLst>
                </a:gridCol>
                <a:gridCol w="3302140">
                  <a:extLst>
                    <a:ext uri="{9D8B030D-6E8A-4147-A177-3AD203B41FA5}">
                      <a16:colId xmlns:a16="http://schemas.microsoft.com/office/drawing/2014/main" val="2898873504"/>
                    </a:ext>
                  </a:extLst>
                </a:gridCol>
              </a:tblGrid>
              <a:tr h="4114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描述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实例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92970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and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逻辑与运算符。只有两个操作数都为真，结果才为真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and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返回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16342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or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逻辑或运算符。只要有一个操作数为真，结果就为真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or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00297"/>
                  </a:ext>
                </a:extLst>
              </a:tr>
              <a:tr h="3920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not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逻辑非运算符。单目运算符，反转操作数的逻辑状态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not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717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45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、程序基本结构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6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程序的基本结构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程序由三种基本结构组成：</a:t>
            </a:r>
          </a:p>
          <a:p>
            <a:pPr lvl="1"/>
            <a:r>
              <a:rPr lang="zh-CN" altLang="en-US" dirty="0"/>
              <a:t>顺序结构：按顺序执行每条语句</a:t>
            </a:r>
          </a:p>
          <a:p>
            <a:pPr lvl="1"/>
            <a:r>
              <a:rPr lang="zh-CN" altLang="en-US" dirty="0"/>
              <a:t>分支结构：</a:t>
            </a:r>
            <a:r>
              <a:rPr lang="zh-CN" altLang="en-US" b="1" dirty="0">
                <a:solidFill>
                  <a:srgbClr val="FF0000"/>
                </a:solidFill>
              </a:rPr>
              <a:t>选择性</a:t>
            </a:r>
            <a:r>
              <a:rPr lang="zh-CN" altLang="en-US" dirty="0"/>
              <a:t>的执行</a:t>
            </a:r>
            <a:r>
              <a:rPr lang="zh-CN" altLang="en-US" b="1" dirty="0">
                <a:solidFill>
                  <a:srgbClr val="FF0000"/>
                </a:solidFill>
              </a:rPr>
              <a:t>部分</a:t>
            </a:r>
            <a:r>
              <a:rPr lang="zh-CN" altLang="en-US" dirty="0"/>
              <a:t>语句</a:t>
            </a:r>
          </a:p>
          <a:p>
            <a:pPr lvl="1"/>
            <a:r>
              <a:rPr lang="zh-CN" altLang="en-US" dirty="0"/>
              <a:t>循环结构：</a:t>
            </a:r>
            <a:r>
              <a:rPr lang="zh-CN" altLang="en-US" b="1" dirty="0">
                <a:solidFill>
                  <a:srgbClr val="FF0000"/>
                </a:solidFill>
              </a:rPr>
              <a:t>重复性</a:t>
            </a:r>
            <a:r>
              <a:rPr lang="zh-CN" altLang="en-US" dirty="0"/>
              <a:t>的执行</a:t>
            </a:r>
            <a:r>
              <a:rPr lang="zh-CN" altLang="en-US" b="1" dirty="0">
                <a:solidFill>
                  <a:srgbClr val="FF0000"/>
                </a:solidFill>
              </a:rPr>
              <a:t>部分</a:t>
            </a:r>
            <a:r>
              <a:rPr lang="zh-CN" altLang="en-US" dirty="0"/>
              <a:t>语句</a:t>
            </a:r>
            <a:endParaRPr lang="en-AU" altLang="zh-CN" dirty="0"/>
          </a:p>
          <a:p>
            <a:r>
              <a:rPr lang="zh-CN" altLang="en-US" sz="2800" dirty="0"/>
              <a:t>这些基本结构都有一个入口和一个出口，任何程序都由这</a:t>
            </a:r>
            <a:r>
              <a:rPr lang="en-US" altLang="zh-CN" sz="2800" dirty="0"/>
              <a:t>3</a:t>
            </a:r>
            <a:r>
              <a:rPr lang="zh-CN" altLang="en-US" sz="2800" dirty="0"/>
              <a:t>种基本结构组合而成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7" name="Picture 4" descr="3t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567" y="4067799"/>
            <a:ext cx="688007" cy="1748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3t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496" y="4116920"/>
            <a:ext cx="1553161" cy="165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2966783" y="5942790"/>
            <a:ext cx="11110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顺序结构</a:t>
            </a:r>
          </a:p>
        </p:txBody>
      </p:sp>
      <p:sp>
        <p:nvSpPr>
          <p:cNvPr id="12" name="矩形 11"/>
          <p:cNvSpPr/>
          <p:nvPr/>
        </p:nvSpPr>
        <p:spPr>
          <a:xfrm>
            <a:off x="5238261" y="5942790"/>
            <a:ext cx="1139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分支结构</a:t>
            </a:r>
          </a:p>
        </p:txBody>
      </p:sp>
      <p:sp>
        <p:nvSpPr>
          <p:cNvPr id="13" name="矩形 12"/>
          <p:cNvSpPr/>
          <p:nvPr/>
        </p:nvSpPr>
        <p:spPr>
          <a:xfrm>
            <a:off x="7620394" y="5987018"/>
            <a:ext cx="11302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循环结构</a:t>
            </a:r>
          </a:p>
        </p:txBody>
      </p:sp>
      <p:pic>
        <p:nvPicPr>
          <p:cNvPr id="14" name="Picture 2" descr="3t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224" y="4124170"/>
            <a:ext cx="1132371" cy="161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55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54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单分支结构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zh-CN" dirty="0"/>
              <a:t>语句</a:t>
            </a:r>
            <a:endParaRPr lang="zh-CN" altLang="en-US" dirty="0"/>
          </a:p>
        </p:txBody>
      </p:sp>
      <p:pic>
        <p:nvPicPr>
          <p:cNvPr id="2050" name="Picture 2" descr="3t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581" y="2385517"/>
            <a:ext cx="3024816" cy="3213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032105" y="1484784"/>
            <a:ext cx="2179365" cy="180146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itchFamily="49" charset="0"/>
                <a:ea typeface="宋体" pitchFamily="2" charset="-122"/>
                <a:cs typeface="宋体" pitchFamily="2" charset="-122"/>
              </a:rPr>
              <a:t>if </a:t>
            </a:r>
            <a:r>
              <a:rPr lang="zh-CN" altLang="en-US" sz="2400" dirty="0">
                <a:latin typeface="Courier New" pitchFamily="49" charset="0"/>
                <a:ea typeface="宋体" pitchFamily="2" charset="-122"/>
                <a:cs typeface="宋体" pitchFamily="2" charset="-122"/>
              </a:rPr>
              <a:t>表达式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  <a:cs typeface="宋体" pitchFamily="2" charset="-122"/>
              </a:rPr>
              <a:t>:</a:t>
            </a:r>
            <a:endParaRPr lang="en-US" altLang="zh-CN" sz="2400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Courier New" pitchFamily="49" charset="0"/>
                <a:ea typeface="宋体" pitchFamily="2" charset="-122"/>
                <a:cs typeface="宋体" pitchFamily="2" charset="-122"/>
              </a:rPr>
              <a:t>    </a:t>
            </a:r>
            <a:r>
              <a:rPr lang="zh-CN" altLang="en-US" sz="2400" dirty="0"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endParaRPr lang="zh-CN" altLang="en-US" sz="54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62032" y="3810729"/>
            <a:ext cx="4577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满足条件</a:t>
            </a:r>
            <a:r>
              <a:rPr lang="zh-CN" altLang="en-US" sz="2400" dirty="0"/>
              <a:t>就</a:t>
            </a:r>
            <a:r>
              <a:rPr lang="zh-CN" altLang="en-US" sz="2400" b="1" dirty="0">
                <a:solidFill>
                  <a:srgbClr val="FF0000"/>
                </a:solidFill>
              </a:rPr>
              <a:t>执行</a:t>
            </a:r>
            <a:r>
              <a:rPr lang="zh-CN" altLang="en-US" sz="2400" dirty="0"/>
              <a:t>某些语句块；</a:t>
            </a:r>
            <a:endParaRPr lang="en-US" altLang="zh-CN" sz="2400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不满足条件</a:t>
            </a:r>
            <a:r>
              <a:rPr lang="zh-CN" altLang="en-US" sz="2400" dirty="0"/>
              <a:t>就</a:t>
            </a:r>
            <a:r>
              <a:rPr lang="zh-CN" altLang="en-US" sz="2400" b="1" dirty="0">
                <a:solidFill>
                  <a:srgbClr val="FF0000"/>
                </a:solidFill>
              </a:rPr>
              <a:t>不执行</a:t>
            </a:r>
            <a:r>
              <a:rPr lang="zh-CN" altLang="en-US" sz="2400" dirty="0"/>
              <a:t>某些语句块</a:t>
            </a:r>
          </a:p>
        </p:txBody>
      </p:sp>
      <p:sp>
        <p:nvSpPr>
          <p:cNvPr id="6" name="矩形 5"/>
          <p:cNvSpPr/>
          <p:nvPr/>
        </p:nvSpPr>
        <p:spPr>
          <a:xfrm>
            <a:off x="9759142" y="2072640"/>
            <a:ext cx="1347007" cy="847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缩进，用四个空格表示</a:t>
            </a:r>
          </a:p>
        </p:txBody>
      </p:sp>
    </p:spTree>
    <p:extLst>
      <p:ext uri="{BB962C8B-B14F-4D97-AF65-F5344CB8AC3E}">
        <p14:creationId xmlns:p14="http://schemas.microsoft.com/office/powerpoint/2010/main" val="288204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二分支结构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if-else</a:t>
            </a:r>
            <a:r>
              <a:rPr lang="zh-CN" altLang="zh-CN" dirty="0"/>
              <a:t>语句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&lt;</a:t>
            </a:r>
            <a:r>
              <a:rPr lang="zh-CN" altLang="en-US" dirty="0"/>
              <a:t>语句块</a:t>
            </a:r>
            <a:r>
              <a:rPr lang="en-US" altLang="zh-CN" dirty="0"/>
              <a:t>1&gt;</a:t>
            </a:r>
            <a:r>
              <a:rPr lang="zh-CN" altLang="en-US" dirty="0"/>
              <a:t>是在</a:t>
            </a:r>
            <a:r>
              <a:rPr lang="en-US" altLang="zh-CN" dirty="0"/>
              <a:t>if</a:t>
            </a:r>
            <a:r>
              <a:rPr lang="zh-CN" altLang="en-US" b="1" dirty="0">
                <a:solidFill>
                  <a:srgbClr val="FF0000"/>
                </a:solidFill>
              </a:rPr>
              <a:t>条件满足</a:t>
            </a:r>
            <a:r>
              <a:rPr lang="zh-CN" altLang="en-US" dirty="0"/>
              <a:t>后执行的一个或多个语句序列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语句块</a:t>
            </a:r>
            <a:r>
              <a:rPr lang="en-US" altLang="zh-CN" dirty="0"/>
              <a:t>2&gt;</a:t>
            </a:r>
            <a:r>
              <a:rPr lang="zh-CN" altLang="en-US" dirty="0"/>
              <a:t>是</a:t>
            </a:r>
            <a:r>
              <a:rPr lang="en-US" altLang="zh-CN" dirty="0"/>
              <a:t>if</a:t>
            </a:r>
            <a:r>
              <a:rPr lang="zh-CN" altLang="en-US" b="1" dirty="0">
                <a:solidFill>
                  <a:srgbClr val="FF0000"/>
                </a:solidFill>
              </a:rPr>
              <a:t>条件不满足</a:t>
            </a:r>
            <a:r>
              <a:rPr lang="zh-CN" altLang="en-US" dirty="0"/>
              <a:t>后执行的语句序列</a:t>
            </a:r>
          </a:p>
          <a:p>
            <a:r>
              <a:rPr lang="zh-CN" altLang="en-US" dirty="0"/>
              <a:t>二分支语句用于区分</a:t>
            </a:r>
            <a:r>
              <a:rPr lang="en-US" altLang="zh-CN" dirty="0"/>
              <a:t>&lt;</a:t>
            </a:r>
            <a:r>
              <a:rPr lang="zh-CN" altLang="en-US" dirty="0"/>
              <a:t>条件</a:t>
            </a:r>
            <a:r>
              <a:rPr lang="en-US" altLang="zh-CN" dirty="0"/>
              <a:t>&gt;</a:t>
            </a:r>
            <a:r>
              <a:rPr lang="zh-CN" altLang="en-US" dirty="0"/>
              <a:t>的两种可能</a:t>
            </a:r>
            <a:r>
              <a:rPr lang="en-US" altLang="zh-CN" dirty="0"/>
              <a:t>True</a:t>
            </a:r>
            <a:r>
              <a:rPr lang="zh-CN" altLang="en-US" dirty="0"/>
              <a:t>或者</a:t>
            </a:r>
            <a:r>
              <a:rPr lang="en-US" altLang="zh-CN" dirty="0"/>
              <a:t>False</a:t>
            </a:r>
            <a:r>
              <a:rPr lang="zh-CN" altLang="en-US" dirty="0"/>
              <a:t>，分别形成执行路径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674741" y="1500626"/>
            <a:ext cx="2703859" cy="202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if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表达式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1: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1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else: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2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94393" y="2155767"/>
            <a:ext cx="1347007" cy="847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缩进，用四个空格表示</a:t>
            </a:r>
          </a:p>
        </p:txBody>
      </p:sp>
      <p:pic>
        <p:nvPicPr>
          <p:cNvPr id="10" name="Picture 9" descr="A close up of a clock&#10;&#10;Description automatically generated">
            <a:extLst>
              <a:ext uri="{FF2B5EF4-FFF2-40B4-BE49-F238E27FC236}">
                <a16:creationId xmlns:a16="http://schemas.microsoft.com/office/drawing/2014/main" id="{3BED21F3-B7FD-A646-ADDF-767C8C690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837" y="1376527"/>
            <a:ext cx="3297704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7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多分支结构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if-</a:t>
            </a:r>
            <a:r>
              <a:rPr lang="en-US" altLang="zh-CN" dirty="0" err="1"/>
              <a:t>elif</a:t>
            </a:r>
            <a:r>
              <a:rPr lang="en-US" altLang="zh-CN" dirty="0"/>
              <a:t>-else</a:t>
            </a:r>
            <a:r>
              <a:rPr lang="zh-CN" altLang="en-US" dirty="0"/>
              <a:t>语句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8" name="Picture 2" descr="3t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346" y="1853809"/>
            <a:ext cx="5138591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517781" y="2010473"/>
            <a:ext cx="2703859" cy="273630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if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表达式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1: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A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elif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表达式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2: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B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elif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表达式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3: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C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else: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D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45178" y="5037921"/>
            <a:ext cx="1347007" cy="847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缩进，用四个空格表示</a:t>
            </a:r>
          </a:p>
        </p:txBody>
      </p:sp>
    </p:spTree>
    <p:extLst>
      <p:ext uri="{BB962C8B-B14F-4D97-AF65-F5344CB8AC3E}">
        <p14:creationId xmlns:p14="http://schemas.microsoft.com/office/powerpoint/2010/main" val="310961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循环结构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10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循环分类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根据循环执行次数的确定性，循环可以分为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确定次数循环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非确定次数循环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/>
              <a:t>确定次数循环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for</a:t>
            </a:r>
            <a:r>
              <a:rPr lang="zh-CN" altLang="en-US" dirty="0"/>
              <a:t>循环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非确定次数循环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while</a:t>
            </a:r>
            <a:r>
              <a:rPr lang="zh-CN" altLang="en-US" dirty="0"/>
              <a:t>循环</a:t>
            </a:r>
          </a:p>
        </p:txBody>
      </p:sp>
    </p:spTree>
    <p:extLst>
      <p:ext uri="{BB962C8B-B14F-4D97-AF65-F5344CB8AC3E}">
        <p14:creationId xmlns:p14="http://schemas.microsoft.com/office/powerpoint/2010/main" val="160039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遍历循环</a:t>
            </a:r>
            <a:r>
              <a:rPr lang="en-US" altLang="zh-CN" dirty="0"/>
              <a:t>: for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确定次数循环指循环体对循环次数有明确的定义</a:t>
            </a:r>
          </a:p>
          <a:p>
            <a:r>
              <a:rPr lang="zh-CN" altLang="en-US" dirty="0"/>
              <a:t>遍历循环：采用遍历结构（对象）中元素个数来体现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通过保留字</a:t>
            </a:r>
            <a:r>
              <a:rPr lang="en-US" altLang="zh-CN" dirty="0"/>
              <a:t>for</a:t>
            </a:r>
            <a:r>
              <a:rPr lang="zh-CN" altLang="en-US" dirty="0"/>
              <a:t>实现“遍历循环” ：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414901" y="3862331"/>
            <a:ext cx="4451697" cy="1728192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for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循环变量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in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对象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语句块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A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宋体" pitchFamily="2" charset="-122"/>
              </a:rPr>
              <a:t>else:  #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宋体" pitchFamily="2" charset="-122"/>
              </a:rPr>
              <a:t>可选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宋体" pitchFamily="2" charset="-122"/>
                <a:cs typeface="宋体" pitchFamily="2" charset="-122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宋体" pitchFamily="2" charset="-122"/>
              </a:rPr>
              <a:t>     语句块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宋体" pitchFamily="2" charset="-122"/>
              </a:rPr>
              <a:t>B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 </a:t>
            </a: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449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遍历循环</a:t>
            </a:r>
            <a:r>
              <a:rPr lang="en-US" altLang="zh-CN" dirty="0"/>
              <a:t>: for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遍历结构可以是字符串、文件、组合数据类型或range()函数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41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79563" y="2742826"/>
          <a:ext cx="9686952" cy="3062287"/>
        </p:xfrm>
        <a:graphic>
          <a:graphicData uri="http://schemas.openxmlformats.org/drawingml/2006/table">
            <a:tbl>
              <a:tblPr/>
              <a:tblGrid>
                <a:gridCol w="2317365">
                  <a:extLst>
                    <a:ext uri="{9D8B030D-6E8A-4147-A177-3AD203B41FA5}">
                      <a16:colId xmlns:a16="http://schemas.microsoft.com/office/drawing/2014/main" val="2412508430"/>
                    </a:ext>
                  </a:extLst>
                </a:gridCol>
                <a:gridCol w="2504973">
                  <a:extLst>
                    <a:ext uri="{9D8B030D-6E8A-4147-A177-3AD203B41FA5}">
                      <a16:colId xmlns:a16="http://schemas.microsoft.com/office/drawing/2014/main" val="3547799605"/>
                    </a:ext>
                  </a:extLst>
                </a:gridCol>
                <a:gridCol w="2504973">
                  <a:extLst>
                    <a:ext uri="{9D8B030D-6E8A-4147-A177-3AD203B41FA5}">
                      <a16:colId xmlns:a16="http://schemas.microsoft.com/office/drawing/2014/main" val="2357808641"/>
                    </a:ext>
                  </a:extLst>
                </a:gridCol>
                <a:gridCol w="2359641">
                  <a:extLst>
                    <a:ext uri="{9D8B030D-6E8A-4147-A177-3AD203B41FA5}">
                      <a16:colId xmlns:a16="http://schemas.microsoft.com/office/drawing/2014/main" val="1286797247"/>
                    </a:ext>
                  </a:extLst>
                </a:gridCol>
              </a:tblGrid>
              <a:tr h="3062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循环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in range(N):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&lt;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语句块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遍历字符串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c in s: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&lt;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语句块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遍历文件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的每一行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line in fi: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&lt;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语句块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遍历列表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 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item in ls: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&lt;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语句块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095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95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无限循环</a:t>
            </a:r>
            <a:r>
              <a:rPr lang="en-US" altLang="zh-CN" dirty="0"/>
              <a:t>: while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无限循环一直保持循环操作直到特定循环条件不被满足才结束，不需要提前知道确定循环次数。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通过保留字</a:t>
            </a:r>
            <a:r>
              <a:rPr lang="en-US" altLang="zh-CN" dirty="0"/>
              <a:t>while</a:t>
            </a:r>
            <a:r>
              <a:rPr lang="zh-CN" altLang="en-US" dirty="0"/>
              <a:t>实现无限循环，使用方法如下：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365027" y="3301121"/>
            <a:ext cx="6214402" cy="1940124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初始值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while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表达式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:  #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表达式的值为真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  语句块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A	  #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符合条件时执行的语句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else:       	  #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可选项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      语句块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宋体" pitchFamily="2" charset="-122"/>
                <a:cs typeface="宋体" pitchFamily="2" charset="-122"/>
              </a:rPr>
              <a:t>B</a:t>
            </a:r>
            <a:endParaRPr kumimoji="0" lang="zh-CN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8" name="Picture 2" descr="3t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45" y="3049595"/>
            <a:ext cx="1872208" cy="267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320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循环语句嵌套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为了解决复杂的问题，可以使用循环语句的嵌套，嵌套层数不限，但是循环的内外层之间不能交叉。其中，双层循环是一种常用的循环嵌套，循环的总次数等于内外层次数之积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3518354"/>
            <a:ext cx="44100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3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中断当前循环</a:t>
            </a:r>
            <a:r>
              <a:rPr lang="en-US" altLang="zh-CN" dirty="0"/>
              <a:t>break</a:t>
            </a:r>
          </a:p>
          <a:p>
            <a:r>
              <a:rPr lang="zh-CN" altLang="en-US" dirty="0"/>
              <a:t>中断本次循环</a:t>
            </a:r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18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3-11】</a:t>
            </a:r>
            <a:r>
              <a:rPr lang="zh-CN" altLang="en-US" dirty="0"/>
              <a:t>中断循环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中断游戏，不玩了</a:t>
            </a:r>
            <a:endParaRPr lang="en-US" altLang="zh-CN" dirty="0"/>
          </a:p>
          <a:p>
            <a:pPr lvl="1"/>
            <a:r>
              <a:rPr lang="en-US" altLang="zh-CN" dirty="0"/>
              <a:t>break</a:t>
            </a:r>
          </a:p>
          <a:p>
            <a:r>
              <a:rPr lang="zh-CN" altLang="en-US" dirty="0"/>
              <a:t>中断本次游戏，开始下一局</a:t>
            </a:r>
            <a:endParaRPr lang="en-US" altLang="zh-CN" dirty="0"/>
          </a:p>
          <a:p>
            <a:pPr lvl="1"/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261" y="254000"/>
            <a:ext cx="5295739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5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、数据类型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51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CN" altLang="en-US" dirty="0"/>
              <a:t>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358558"/>
              </p:ext>
            </p:extLst>
          </p:nvPr>
        </p:nvGraphicFramePr>
        <p:xfrm>
          <a:off x="263352" y="1417638"/>
          <a:ext cx="10515600" cy="5323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658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472616" y="1499162"/>
            <a:ext cx="4137582" cy="4732467"/>
          </a:xfrm>
        </p:spPr>
        <p:txBody>
          <a:bodyPr>
            <a:normAutofit/>
          </a:bodyPr>
          <a:lstStyle/>
          <a:p>
            <a:r>
              <a:rPr lang="zh-CN" altLang="en-US" dirty="0"/>
              <a:t>数字</a:t>
            </a:r>
            <a:endParaRPr lang="en-US" altLang="zh-CN" dirty="0"/>
          </a:p>
          <a:p>
            <a:pPr lvl="1"/>
            <a:r>
              <a:rPr lang="zh-CN" altLang="en-US" dirty="0"/>
              <a:t>整数 </a:t>
            </a:r>
            <a:r>
              <a:rPr lang="en-US" altLang="zh-CN" dirty="0" err="1"/>
              <a:t>int</a:t>
            </a:r>
            <a:endParaRPr lang="en-US" altLang="zh-CN" dirty="0"/>
          </a:p>
          <a:p>
            <a:pPr lvl="2"/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浮点数（小数）</a:t>
            </a:r>
            <a:r>
              <a:rPr lang="en-US" altLang="zh-CN" dirty="0"/>
              <a:t>float</a:t>
            </a:r>
          </a:p>
          <a:p>
            <a:pPr lvl="2"/>
            <a:r>
              <a:rPr lang="en-US" altLang="zh-CN" dirty="0"/>
              <a:t>1.1</a:t>
            </a:r>
          </a:p>
          <a:p>
            <a:pPr lvl="1"/>
            <a:r>
              <a:rPr lang="zh-CN" altLang="en-US" dirty="0"/>
              <a:t>复数 </a:t>
            </a:r>
            <a:r>
              <a:rPr lang="en-US" altLang="zh-CN" dirty="0"/>
              <a:t>complex</a:t>
            </a:r>
          </a:p>
          <a:p>
            <a:pPr lvl="2"/>
            <a:r>
              <a:rPr lang="en-US" altLang="zh-CN" dirty="0"/>
              <a:t>1 + 2j</a:t>
            </a:r>
          </a:p>
          <a:p>
            <a:pPr lvl="1"/>
            <a:r>
              <a:rPr lang="zh-CN" altLang="en-US" dirty="0"/>
              <a:t>布尔值 </a:t>
            </a:r>
            <a:r>
              <a:rPr lang="en-US" altLang="zh-CN" dirty="0"/>
              <a:t>bool</a:t>
            </a:r>
          </a:p>
          <a:p>
            <a:pPr lvl="2"/>
            <a:r>
              <a:rPr lang="en-US" altLang="zh-CN" dirty="0"/>
              <a:t>True, False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5941785" y="1363385"/>
            <a:ext cx="4423229" cy="4732467"/>
          </a:xfrm>
        </p:spPr>
        <p:txBody>
          <a:bodyPr/>
          <a:lstStyle/>
          <a:p>
            <a:r>
              <a:rPr lang="zh-CN" altLang="en-US" dirty="0"/>
              <a:t>字符串 </a:t>
            </a:r>
            <a:r>
              <a:rPr lang="en-US" altLang="zh-CN" dirty="0"/>
              <a:t>string</a:t>
            </a:r>
          </a:p>
          <a:p>
            <a:pPr lvl="1"/>
            <a:r>
              <a:rPr lang="zh-CN" altLang="en-US" dirty="0"/>
              <a:t>单引号 ‘</a:t>
            </a:r>
            <a:r>
              <a:rPr lang="en-US" altLang="zh-CN" dirty="0"/>
              <a:t>hello world</a:t>
            </a:r>
            <a:r>
              <a:rPr lang="zh-CN" altLang="en-US" dirty="0"/>
              <a:t>’</a:t>
            </a:r>
          </a:p>
          <a:p>
            <a:pPr lvl="1"/>
            <a:r>
              <a:rPr lang="zh-CN" altLang="en-US" dirty="0"/>
              <a:t>双引号 “</a:t>
            </a:r>
            <a:r>
              <a:rPr lang="en-US" altLang="zh-CN" dirty="0"/>
              <a:t>hello world</a:t>
            </a:r>
            <a:r>
              <a:rPr lang="zh-CN" altLang="en-US" dirty="0"/>
              <a:t>”</a:t>
            </a:r>
          </a:p>
          <a:p>
            <a:pPr lvl="1"/>
            <a:r>
              <a:rPr lang="zh-CN" altLang="en-US" dirty="0"/>
              <a:t>三引号 </a:t>
            </a:r>
            <a:r>
              <a:rPr lang="en-US" altLang="zh-CN" dirty="0"/>
              <a:t>''‘hello world'''</a:t>
            </a:r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E9CE-5ED9-418B-BE79-9A22F248737F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基本数据类型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4" y="3729618"/>
            <a:ext cx="28003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0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类型不同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功能不同</a:t>
            </a:r>
            <a:endParaRPr lang="en-US" altLang="zh-CN" dirty="0"/>
          </a:p>
          <a:p>
            <a:pPr lvl="1"/>
            <a:r>
              <a:rPr lang="zh-CN" altLang="en-US" dirty="0"/>
              <a:t>数字用于进行数值运算</a:t>
            </a:r>
            <a:endParaRPr lang="en-US" altLang="zh-CN" dirty="0"/>
          </a:p>
          <a:p>
            <a:pPr lvl="1"/>
            <a:r>
              <a:rPr lang="zh-CN" altLang="en-US" dirty="0"/>
              <a:t>字符串用于进行字符处理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数字和字符串的区别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2" y="3262197"/>
            <a:ext cx="2232909" cy="9962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b="45263"/>
          <a:stretch/>
        </p:blipFill>
        <p:spPr>
          <a:xfrm>
            <a:off x="1444160" y="2311949"/>
            <a:ext cx="3024626" cy="299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92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变量类型的转换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50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209800" y="2110770"/>
          <a:ext cx="7272338" cy="3399918"/>
        </p:xfrm>
        <a:graphic>
          <a:graphicData uri="http://schemas.openxmlformats.org/drawingml/2006/table">
            <a:tbl>
              <a:tblPr/>
              <a:tblGrid>
                <a:gridCol w="1819056">
                  <a:extLst>
                    <a:ext uri="{9D8B030D-6E8A-4147-A177-3AD203B41FA5}">
                      <a16:colId xmlns:a16="http://schemas.microsoft.com/office/drawing/2014/main" val="3481634927"/>
                    </a:ext>
                  </a:extLst>
                </a:gridCol>
                <a:gridCol w="5453282">
                  <a:extLst>
                    <a:ext uri="{9D8B030D-6E8A-4147-A177-3AD203B41FA5}">
                      <a16:colId xmlns:a16="http://schemas.microsoft.com/office/drawing/2014/main" val="1845805870"/>
                    </a:ext>
                  </a:extLst>
                </a:gridCol>
              </a:tblGrid>
              <a:tr h="3568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629900"/>
                  </a:ext>
                </a:extLst>
              </a:tr>
              <a:tr h="3171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str(x)</a:t>
                      </a:r>
                      <a:endParaRPr kumimoji="0" lang="zh-CN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转换为字符串</a:t>
                      </a:r>
                      <a:endParaRPr kumimoji="0" lang="zh-CN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124930"/>
                  </a:ext>
                </a:extLst>
              </a:tr>
              <a:tr h="317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int(x)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转换为整数，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可以是浮点数或字符串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363836"/>
                  </a:ext>
                </a:extLst>
              </a:tr>
              <a:tr h="317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float(x)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转换为浮点数，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可以是整数或字符串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28534"/>
                  </a:ext>
                </a:extLst>
              </a:tr>
              <a:tr h="634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complex(re[,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])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生成一个复数，实部为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，虚部为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可以是整数、浮点数或字符串，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可以是整数或浮点数但不能为字符串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13921"/>
                  </a:ext>
                </a:extLst>
              </a:tr>
              <a:tr h="634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round(x)</a:t>
                      </a:r>
                      <a:endParaRPr kumimoji="0" lang="zh-CN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将浮点型数值</a:t>
                      </a:r>
                      <a:r>
                        <a:rPr kumimoji="0" lang="zh-CN" altLang="en-AU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圆整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</a:t>
                      </a:r>
                      <a:r>
                        <a:rPr kumimoji="0" lang="zh-CN" altLang="en-AU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整型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一般是浮点数，圆整计算采用的是“四舍</a:t>
                      </a:r>
                      <a:r>
                        <a:rPr kumimoji="0" lang="zh-CN" altLang="en-AU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六入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五留双”</a:t>
                      </a:r>
                      <a:endParaRPr kumimoji="0" lang="zh-CN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4131"/>
                  </a:ext>
                </a:extLst>
              </a:tr>
              <a:tr h="634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bool(x)</a:t>
                      </a:r>
                      <a:endParaRPr kumimoji="0" lang="zh-CN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转换为布尔类型，数值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和空字符串转换为布尔类型的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，非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值和非空字符串则转换为布尔类型的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zh-CN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55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98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变量类型的转换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字符串，整数，浮点数，复数，布尔值可以相互转换</a:t>
            </a:r>
            <a:endParaRPr lang="en-US" altLang="zh-CN" dirty="0"/>
          </a:p>
          <a:p>
            <a:pPr lvl="1"/>
            <a:r>
              <a:rPr lang="zh-CN" altLang="en-US" dirty="0"/>
              <a:t>函数：</a:t>
            </a:r>
            <a:r>
              <a:rPr lang="en-US" altLang="zh-CN" dirty="0"/>
              <a:t>str(),int(), float(), complex(),bool()</a:t>
            </a:r>
          </a:p>
          <a:p>
            <a:r>
              <a:rPr lang="zh-CN" altLang="en-US" dirty="0"/>
              <a:t>示例：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(4.5) = 4 </a:t>
            </a:r>
            <a:r>
              <a:rPr lang="zh-CN" altLang="en-US" dirty="0"/>
              <a:t>（直接去掉小数部分）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float(4) = 4.0 </a:t>
            </a:r>
            <a:r>
              <a:rPr lang="zh-CN" altLang="en-US" dirty="0"/>
              <a:t>（增加小数部分）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complex(4) = 4 + 0J</a:t>
            </a:r>
          </a:p>
          <a:p>
            <a:pPr lvl="1"/>
            <a:r>
              <a:rPr lang="zh-CN" altLang="en-US" dirty="0"/>
              <a:t>有的字符串不能直接转换为整型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8" name="Picture 7" descr="A picture containing knife&#10;&#10;Description automatically generated">
            <a:extLst>
              <a:ext uri="{FF2B5EF4-FFF2-40B4-BE49-F238E27FC236}">
                <a16:creationId xmlns:a16="http://schemas.microsoft.com/office/drawing/2014/main" id="{28F8EDF3-4DD7-3045-8852-2669FA756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491" y="4905376"/>
            <a:ext cx="3991817" cy="127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3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变量类型的转换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示例：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str(-1.0) = ‘-1.0’ </a:t>
            </a:r>
            <a:r>
              <a:rPr lang="zh-CN" altLang="en-US" dirty="0"/>
              <a:t>（保留小数部分）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str(1.2e-5)= ‘1.2e-05’</a:t>
            </a:r>
            <a:endParaRPr lang="zh-CN" altLang="en-US" dirty="0"/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r</a:t>
            </a:r>
            <a:r>
              <a:rPr lang="en-AU" altLang="zh-CN" dirty="0" err="1"/>
              <a:t>ound</a:t>
            </a:r>
            <a:r>
              <a:rPr lang="en-US" altLang="zh-CN" dirty="0"/>
              <a:t>(1.5)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（向上取整）</a:t>
            </a:r>
            <a:endParaRPr lang="en-AU" altLang="zh-CN" dirty="0"/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round(2.5)=2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向下取整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bool(0)=bool(‘</a:t>
            </a:r>
            <a:r>
              <a:rPr lang="zh-CN" altLang="en-US" dirty="0"/>
              <a:t> </a:t>
            </a:r>
            <a:r>
              <a:rPr lang="en-US" altLang="zh-CN" dirty="0"/>
              <a:t>’)=False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bool(-1)=bool(‘a’)=True</a:t>
            </a:r>
            <a:endParaRPr lang="en-AU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0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字符串的序号体系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字符串是每个元素都是字符的序列</a:t>
            </a:r>
            <a:endParaRPr lang="en-AU" altLang="zh-CN" dirty="0"/>
          </a:p>
          <a:p>
            <a:pPr lvl="1"/>
            <a:r>
              <a:rPr lang="zh-CN" altLang="en-AU" dirty="0"/>
              <a:t>元素</a:t>
            </a:r>
            <a:r>
              <a:rPr lang="zh-CN" altLang="en-US" dirty="0"/>
              <a:t>之间有顺序关系，不排他，可以通过索引访问元素</a:t>
            </a:r>
            <a:endParaRPr lang="en-AU" altLang="zh-CN" dirty="0"/>
          </a:p>
          <a:p>
            <a:r>
              <a:rPr lang="zh-CN" altLang="en-US" dirty="0"/>
              <a:t>正向递增序号</a:t>
            </a:r>
          </a:p>
          <a:p>
            <a:r>
              <a:rPr lang="zh-CN" altLang="en-US" dirty="0"/>
              <a:t>反向递减序号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7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192" y="3620683"/>
            <a:ext cx="6549615" cy="2645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642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内置的字符串处理函数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/>
          </p:cNvGraphicFramePr>
          <p:nvPr/>
        </p:nvGraphicFramePr>
        <p:xfrm>
          <a:off x="2135188" y="2492375"/>
          <a:ext cx="8229600" cy="1855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3973866648"/>
                    </a:ext>
                  </a:extLst>
                </a:gridCol>
                <a:gridCol w="6069360">
                  <a:extLst>
                    <a:ext uri="{9D8B030D-6E8A-4147-A177-3AD203B41FA5}">
                      <a16:colId xmlns:a16="http://schemas.microsoft.com/office/drawing/2014/main" val="2231464663"/>
                    </a:ext>
                  </a:extLst>
                </a:gridCol>
              </a:tblGrid>
              <a:tr h="371021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操作符</a:t>
                      </a:r>
                    </a:p>
                  </a:txBody>
                  <a:tcPr marT="45742" marB="4574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描述</a:t>
                      </a:r>
                    </a:p>
                  </a:txBody>
                  <a:tcPr marT="45742" marB="45742"/>
                </a:tc>
                <a:extLst>
                  <a:ext uri="{0D108BD9-81ED-4DB2-BD59-A6C34878D82A}">
                    <a16:rowId xmlns:a16="http://schemas.microsoft.com/office/drawing/2014/main" val="613915121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len</a:t>
                      </a:r>
                      <a:r>
                        <a:rPr lang="en-US" altLang="zh-CN" sz="1800" dirty="0"/>
                        <a:t>(x)</a:t>
                      </a:r>
                      <a:endParaRPr lang="zh-CN" altLang="en-US" sz="1800" dirty="0"/>
                    </a:p>
                  </a:txBody>
                  <a:tcPr marT="45742" marB="4574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返回字符串</a:t>
                      </a:r>
                      <a:r>
                        <a:rPr lang="en-US" altLang="zh-CN" sz="1800" dirty="0"/>
                        <a:t>x</a:t>
                      </a:r>
                      <a:r>
                        <a:rPr lang="zh-CN" altLang="en-US" sz="1800" dirty="0"/>
                        <a:t>的长度</a:t>
                      </a:r>
                    </a:p>
                  </a:txBody>
                  <a:tcPr marT="45742" marB="45742"/>
                </a:tc>
                <a:extLst>
                  <a:ext uri="{0D108BD9-81ED-4DB2-BD59-A6C34878D82A}">
                    <a16:rowId xmlns:a16="http://schemas.microsoft.com/office/drawing/2014/main" val="144745955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str</a:t>
                      </a:r>
                      <a:r>
                        <a:rPr lang="en-US" altLang="zh-CN" sz="1800" dirty="0"/>
                        <a:t>(x)</a:t>
                      </a:r>
                      <a:endParaRPr lang="zh-CN" altLang="en-US" sz="1800" dirty="0"/>
                    </a:p>
                  </a:txBody>
                  <a:tcPr marT="45742" marB="4574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返回任意类型</a:t>
                      </a:r>
                      <a:r>
                        <a:rPr lang="en-US" altLang="zh-CN" sz="1800" dirty="0"/>
                        <a:t>x</a:t>
                      </a:r>
                      <a:r>
                        <a:rPr lang="zh-CN" altLang="en-US" sz="1800" dirty="0"/>
                        <a:t>所对应的字符串形式</a:t>
                      </a:r>
                    </a:p>
                  </a:txBody>
                  <a:tcPr marT="45742" marB="45742"/>
                </a:tc>
                <a:extLst>
                  <a:ext uri="{0D108BD9-81ED-4DB2-BD59-A6C34878D82A}">
                    <a16:rowId xmlns:a16="http://schemas.microsoft.com/office/drawing/2014/main" val="1834511094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chr</a:t>
                      </a:r>
                      <a:r>
                        <a:rPr lang="en-US" altLang="zh-CN" sz="1800" dirty="0"/>
                        <a:t>(x)</a:t>
                      </a:r>
                      <a:endParaRPr lang="zh-CN" altLang="en-US" sz="1800" dirty="0"/>
                    </a:p>
                  </a:txBody>
                  <a:tcPr marT="45742" marB="4574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返回</a:t>
                      </a:r>
                      <a:r>
                        <a:rPr lang="en-US" altLang="zh-CN" sz="1800" dirty="0"/>
                        <a:t>Unicode</a:t>
                      </a:r>
                      <a:r>
                        <a:rPr lang="zh-CN" altLang="en-US" sz="1800" dirty="0"/>
                        <a:t>编码</a:t>
                      </a:r>
                      <a:r>
                        <a:rPr lang="en-US" altLang="zh-CN" sz="1800" dirty="0"/>
                        <a:t>x</a:t>
                      </a:r>
                      <a:r>
                        <a:rPr lang="zh-CN" altLang="en-US" sz="1800" dirty="0"/>
                        <a:t>对应的单字符</a:t>
                      </a:r>
                    </a:p>
                  </a:txBody>
                  <a:tcPr marT="45742" marB="45742"/>
                </a:tc>
                <a:extLst>
                  <a:ext uri="{0D108BD9-81ED-4DB2-BD59-A6C34878D82A}">
                    <a16:rowId xmlns:a16="http://schemas.microsoft.com/office/drawing/2014/main" val="4012844596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ord</a:t>
                      </a:r>
                      <a:r>
                        <a:rPr lang="en-US" altLang="zh-CN" sz="1800" dirty="0"/>
                        <a:t>(x)</a:t>
                      </a:r>
                      <a:endParaRPr lang="zh-CN" altLang="en-US" sz="1800" dirty="0"/>
                    </a:p>
                  </a:txBody>
                  <a:tcPr marT="45742" marB="45742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返回单字符表示的</a:t>
                      </a:r>
                      <a:r>
                        <a:rPr lang="en-US" altLang="zh-CN" sz="1800" dirty="0"/>
                        <a:t>Unicode</a:t>
                      </a:r>
                      <a:endParaRPr lang="zh-CN" altLang="en-US" sz="1800" dirty="0"/>
                    </a:p>
                  </a:txBody>
                  <a:tcPr marT="45742" marB="45742"/>
                </a:tc>
                <a:extLst>
                  <a:ext uri="{0D108BD9-81ED-4DB2-BD59-A6C34878D82A}">
                    <a16:rowId xmlns:a16="http://schemas.microsoft.com/office/drawing/2014/main" val="625951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01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D1A8-9CFF-C845-9F95-0771FA27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内置的字符串处理方法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68F41-0D13-BE4E-8D01-5348AE404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err="1"/>
              <a:t>字符串中的字符元素是不能用赋值操作进行改变的</a:t>
            </a:r>
            <a:endParaRPr lang="en-AU" dirty="0"/>
          </a:p>
          <a:p>
            <a:pPr lvl="1"/>
            <a:r>
              <a:rPr lang="en-AU" dirty="0" err="1"/>
              <a:t>采用以下方法操作之后</a:t>
            </a:r>
            <a:r>
              <a:rPr lang="zh-CN" altLang="en-US" dirty="0"/>
              <a:t>，原字符串</a:t>
            </a:r>
            <a:r>
              <a:rPr lang="en-US" altLang="zh-CN" dirty="0"/>
              <a:t>s</a:t>
            </a:r>
            <a:r>
              <a:rPr lang="zh-CN" altLang="en-US" dirty="0"/>
              <a:t>并不发生变化</a:t>
            </a:r>
            <a:endParaRPr lang="en-AU" dirty="0"/>
          </a:p>
          <a:p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50BAE-31B1-D14D-A15E-4F78E5EA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CE2D-D92C-3449-966B-5BFE39B8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语言程序设计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EC9A6-50E1-394A-8DEB-198F0B5B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55</a:t>
            </a:fld>
            <a:endParaRPr lang="zh-CN" altLang="en-US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92169F07-644C-E84B-8785-53D3FCC9AC13}"/>
              </a:ext>
            </a:extLst>
          </p:cNvPr>
          <p:cNvGraphicFramePr>
            <a:graphicFrameLocks noGrp="1"/>
          </p:cNvGraphicFramePr>
          <p:nvPr/>
        </p:nvGraphicFramePr>
        <p:xfrm>
          <a:off x="1530349" y="2929097"/>
          <a:ext cx="9131301" cy="28650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9932">
                  <a:extLst>
                    <a:ext uri="{9D8B030D-6E8A-4147-A177-3AD203B41FA5}">
                      <a16:colId xmlns:a16="http://schemas.microsoft.com/office/drawing/2014/main" val="1208155772"/>
                    </a:ext>
                  </a:extLst>
                </a:gridCol>
                <a:gridCol w="7031369">
                  <a:extLst>
                    <a:ext uri="{9D8B030D-6E8A-4147-A177-3AD203B41FA5}">
                      <a16:colId xmlns:a16="http://schemas.microsoft.com/office/drawing/2014/main" val="678661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US" dirty="0" err="1"/>
                        <a:t>方法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意义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94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AU" dirty="0"/>
                        <a:t>s</a:t>
                      </a:r>
                      <a:r>
                        <a:rPr lang="en-US" altLang="zh-CN" dirty="0"/>
                        <a:t>.lower()</a:t>
                      </a:r>
                      <a:r>
                        <a:rPr lang="zh-CN" altLang="en-US" dirty="0"/>
                        <a:t>和</a:t>
                      </a:r>
                      <a:r>
                        <a:rPr lang="en-US" altLang="zh-CN" dirty="0" err="1"/>
                        <a:t>s.upper</a:t>
                      </a:r>
                      <a:r>
                        <a:rPr lang="en-US" altLang="zh-CN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将s中所有字符元素转为小写或大写</a:t>
                      </a:r>
                      <a:r>
                        <a:rPr lang="zh-CN" altLang="en-US" dirty="0"/>
                        <a:t>，并返回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565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s.split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sep</a:t>
                      </a:r>
                      <a:r>
                        <a:rPr lang="en-US" altLang="zh-CN" dirty="0"/>
                        <a:t>= ' 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返回s中被sep分隔的字符串列表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 err="1"/>
                        <a:t>sep</a:t>
                      </a:r>
                      <a:r>
                        <a:rPr lang="zh-CN" altLang="en-US" dirty="0"/>
                        <a:t>默认值为空格符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86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</a:t>
                      </a:r>
                      <a:r>
                        <a:rPr lang="en-US" altLang="zh-CN" dirty="0" err="1"/>
                        <a:t>.replace</a:t>
                      </a:r>
                      <a:r>
                        <a:rPr lang="en-US" altLang="zh-CN" dirty="0"/>
                        <a:t>(s1,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s2)</a:t>
                      </a:r>
                      <a:endParaRPr lang="en-AU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返回s中所有s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被</a:t>
                      </a:r>
                      <a:r>
                        <a:rPr lang="en-US" altLang="zh-CN" dirty="0"/>
                        <a:t>s2</a:t>
                      </a:r>
                      <a:r>
                        <a:rPr lang="zh-CN" altLang="en-US" dirty="0"/>
                        <a:t>替代的字符串</a:t>
                      </a:r>
                      <a:endParaRPr lang="en-AU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21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</a:t>
                      </a:r>
                      <a:r>
                        <a:rPr lang="en-US" altLang="zh-CN" dirty="0" err="1"/>
                        <a:t>.strip</a:t>
                      </a:r>
                      <a:r>
                        <a:rPr lang="en-US" altLang="zh-CN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返回从s中去掉两端的x字符后的子串</a:t>
                      </a:r>
                      <a:r>
                        <a:rPr lang="zh-CN" altLang="en-US" dirty="0"/>
                        <a:t>，但在</a:t>
                      </a:r>
                      <a:r>
                        <a:rPr lang="en-US" altLang="zh-CN" dirty="0"/>
                        <a:t>s</a:t>
                      </a:r>
                      <a:r>
                        <a:rPr lang="zh-CN" altLang="en-US" dirty="0"/>
                        <a:t>中间的</a:t>
                      </a:r>
                      <a:r>
                        <a:rPr lang="en-US" altLang="zh-CN" dirty="0"/>
                        <a:t>x</a:t>
                      </a:r>
                      <a:r>
                        <a:rPr lang="zh-CN" altLang="en-US" dirty="0"/>
                        <a:t>字符不能被去掉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302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a.join</a:t>
                      </a:r>
                      <a:r>
                        <a:rPr lang="en-US" altLang="zh-CN" dirty="0"/>
                        <a:t>(s)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返回在s的每个元素之间插入字符串a的新字符串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30321"/>
                  </a:ext>
                </a:extLst>
              </a:tr>
              <a:tr h="3509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s.find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(a)</a:t>
                      </a:r>
                    </a:p>
                  </a:txBody>
                  <a:tcPr marL="91444" marR="91444" marT="45702" marB="45702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搜索指定字符串，如果找到了，则返回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中第一个元素在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中第一次出现的正向索引，如果没有找到，则返回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4" marR="91444" marT="45702" marB="45702" horzOverflow="overflow"/>
                </a:tc>
                <a:extLst>
                  <a:ext uri="{0D108BD9-81ED-4DB2-BD59-A6C34878D82A}">
                    <a16:rowId xmlns:a16="http://schemas.microsoft.com/office/drawing/2014/main" val="1845871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16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Python</a:t>
            </a:r>
            <a:r>
              <a:rPr lang="zh-CN" altLang="en-US" dirty="0"/>
              <a:t>组合数据类型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个或多个数据项的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不可变序列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则是一个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可以修改数据项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的序列类型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个或多个数据项的无序组合，</a:t>
            </a:r>
            <a:r>
              <a:rPr lang="zh-CN" altLang="en-US" b="1" dirty="0">
                <a:solidFill>
                  <a:srgbClr val="FF0000"/>
                </a:solidFill>
              </a:rPr>
              <a:t>元素不可重复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是“键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值”数据项的组合，每个元素是一个键值对，即元素是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(key, value)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，元素之间是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zh-CN" altLang="en-US" dirty="0"/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137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04D1-1CAE-5947-B938-B0BE12BE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组合数据类型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A78BC-D776-FE4A-8488-143D082E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A2459-420C-9049-8F3D-A28514BA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510FC-4016-0F48-A0A0-0DB6A503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57</a:t>
            </a:fld>
            <a:endParaRPr lang="zh-CN" alt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71D24E9-6248-E94A-8F99-C9159F0D96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458285"/>
              </p:ext>
            </p:extLst>
          </p:nvPr>
        </p:nvGraphicFramePr>
        <p:xfrm>
          <a:off x="1354463" y="2404128"/>
          <a:ext cx="9483074" cy="2712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845">
                  <a:extLst>
                    <a:ext uri="{9D8B030D-6E8A-4147-A177-3AD203B41FA5}">
                      <a16:colId xmlns:a16="http://schemas.microsoft.com/office/drawing/2014/main" val="15760051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840072102"/>
                    </a:ext>
                  </a:extLst>
                </a:gridCol>
                <a:gridCol w="1852613">
                  <a:extLst>
                    <a:ext uri="{9D8B030D-6E8A-4147-A177-3AD203B41FA5}">
                      <a16:colId xmlns:a16="http://schemas.microsoft.com/office/drawing/2014/main" val="881075450"/>
                    </a:ext>
                  </a:extLst>
                </a:gridCol>
                <a:gridCol w="1855607">
                  <a:extLst>
                    <a:ext uri="{9D8B030D-6E8A-4147-A177-3AD203B41FA5}">
                      <a16:colId xmlns:a16="http://schemas.microsoft.com/office/drawing/2014/main" val="1198380610"/>
                    </a:ext>
                  </a:extLst>
                </a:gridCol>
                <a:gridCol w="3061009">
                  <a:extLst>
                    <a:ext uri="{9D8B030D-6E8A-4147-A177-3AD203B41FA5}">
                      <a16:colId xmlns:a16="http://schemas.microsoft.com/office/drawing/2014/main" val="3622004419"/>
                    </a:ext>
                  </a:extLst>
                </a:gridCol>
              </a:tblGrid>
              <a:tr h="383008">
                <a:tc>
                  <a:txBody>
                    <a:bodyPr/>
                    <a:lstStyle/>
                    <a:p>
                      <a:pPr algn="l" fontAlgn="b"/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列表（</a:t>
                      </a:r>
                      <a:r>
                        <a:rPr lang="en-AU" sz="1600" u="none" strike="noStrike">
                          <a:effectLst/>
                        </a:rPr>
                        <a:t>list）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元组（</a:t>
                      </a:r>
                      <a:r>
                        <a:rPr lang="en-AU" sz="1600" u="none" strike="noStrike">
                          <a:effectLst/>
                        </a:rPr>
                        <a:t>tuple）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集合（</a:t>
                      </a:r>
                      <a:r>
                        <a:rPr lang="en-AU" sz="1600" u="none" strike="noStrike">
                          <a:effectLst/>
                        </a:rPr>
                        <a:t>set）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字典（</a:t>
                      </a:r>
                      <a:r>
                        <a:rPr lang="en-AU" sz="1600" u="none" strike="noStrike" dirty="0">
                          <a:effectLst/>
                        </a:rPr>
                        <a:t>dictionary）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0218058"/>
                  </a:ext>
                </a:extLst>
              </a:tr>
              <a:tr h="26644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界定符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方括号</a:t>
                      </a:r>
                      <a:r>
                        <a:rPr lang="en-US" altLang="zh-CN" sz="1600" u="none" strike="noStrike">
                          <a:effectLst/>
                        </a:rPr>
                        <a:t>[ ]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>
                          <a:effectLst/>
                        </a:rPr>
                        <a:t>[</a:t>
                      </a:r>
                      <a:r>
                        <a:rPr lang="zh-CN" altLang="en-US" sz="1600" u="none" strike="noStrike">
                          <a:effectLst/>
                        </a:rPr>
                        <a:t>圆括号</a:t>
                      </a:r>
                      <a:r>
                        <a:rPr lang="en-US" altLang="zh-CN" sz="1600" u="none" strike="noStrike">
                          <a:effectLst/>
                        </a:rPr>
                        <a:t>]+</a:t>
                      </a:r>
                      <a:r>
                        <a:rPr lang="zh-CN" altLang="en-US" sz="1600" u="none" strike="noStrike">
                          <a:effectLst/>
                        </a:rPr>
                        <a:t>逗号 </a:t>
                      </a:r>
                      <a:r>
                        <a:rPr lang="en-US" altLang="zh-CN" sz="1600" u="none" strike="noStrike">
                          <a:effectLst/>
                        </a:rPr>
                        <a:t>(,)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花括号</a:t>
                      </a:r>
                      <a:r>
                        <a:rPr lang="en-US" altLang="zh-CN" sz="1600" u="none" strike="noStrike">
                          <a:effectLst/>
                        </a:rPr>
                        <a:t>{ }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花括号</a:t>
                      </a:r>
                      <a:r>
                        <a:rPr lang="en-US" altLang="zh-CN" sz="1600" u="none" strike="noStrike">
                          <a:effectLst/>
                        </a:rPr>
                        <a:t>{ }</a:t>
                      </a:r>
                      <a:r>
                        <a:rPr lang="zh-CN" altLang="en-US" sz="1600" u="none" strike="noStrike">
                          <a:effectLst/>
                        </a:rPr>
                        <a:t>，键与值用冒号隔开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80365971"/>
                  </a:ext>
                </a:extLst>
              </a:tr>
              <a:tr h="2691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初始化空值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[ ]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>
                          <a:effectLst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</a:rPr>
                        <a:t> </a:t>
                      </a:r>
                      <a:r>
                        <a:rPr lang="en-US" altLang="zh-CN" sz="1600" u="none" strike="noStrike" dirty="0">
                          <a:effectLst/>
                        </a:rPr>
                        <a:t>)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set()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{ }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3042349"/>
                  </a:ext>
                </a:extLst>
              </a:tr>
              <a:tr h="26644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元素顺序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有序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有序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无序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无序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2449420"/>
                  </a:ext>
                </a:extLst>
              </a:tr>
              <a:tr h="26644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可否修改数据项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增删改，排序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不可变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增删，</a:t>
                      </a:r>
                      <a:r>
                        <a:rPr lang="en-AU" sz="1600" u="none" strike="noStrike" dirty="0" err="1">
                          <a:effectLst/>
                        </a:rPr>
                        <a:t>frozenset</a:t>
                      </a:r>
                      <a:r>
                        <a:rPr lang="en-AU" sz="1600" u="none" strike="noStrike" dirty="0">
                          <a:effectLst/>
                        </a:rPr>
                        <a:t>(s)</a:t>
                      </a:r>
                      <a:r>
                        <a:rPr lang="zh-CN" altLang="en-US" sz="1600" u="none" strike="noStrike" dirty="0">
                          <a:effectLst/>
                        </a:rPr>
                        <a:t>后，不可变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增删改，排序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7252451"/>
                  </a:ext>
                </a:extLst>
              </a:tr>
              <a:tr h="26644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元素可否重复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可以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可以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不可以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键不可以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5919708"/>
                  </a:ext>
                </a:extLst>
              </a:tr>
              <a:tr h="26644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索引访问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序号索引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序号索引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不支持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键值对映射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36337359"/>
                  </a:ext>
                </a:extLst>
              </a:tr>
              <a:tr h="26644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元素可否为可变类型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可以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可以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不可以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键不可以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3475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50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元组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bbb_tuple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/>
              <a:t>1,2,3,4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>
              <a:defRPr/>
            </a:pPr>
            <a:r>
              <a:rPr lang="zh-CN" altLang="en-US" dirty="0"/>
              <a:t>列表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ccc_list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1,2,3,4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集合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ddd_set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dirty="0"/>
              <a:t>1,2,3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</a:p>
          <a:p>
            <a:pPr lvl="1">
              <a:defRPr/>
            </a:pPr>
            <a:r>
              <a:rPr lang="en-US" altLang="zh-CN" dirty="0"/>
              <a:t>ddd_set1 = {1,2,3,3}</a:t>
            </a:r>
          </a:p>
          <a:p>
            <a:pPr lvl="1">
              <a:defRPr/>
            </a:pPr>
            <a:r>
              <a:rPr lang="en-US" altLang="zh-CN" dirty="0"/>
              <a:t>ddd_set2 = {2,1,3}</a:t>
            </a:r>
          </a:p>
          <a:p>
            <a:pPr>
              <a:defRPr/>
            </a:pPr>
            <a:r>
              <a:rPr lang="zh-CN" altLang="en-US" dirty="0"/>
              <a:t>字典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eee_dict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dirty="0"/>
              <a:t>“1800”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”</a:t>
            </a:r>
            <a:r>
              <a:rPr lang="zh-CN" altLang="en-US" dirty="0"/>
              <a:t>周杰伦</a:t>
            </a:r>
            <a:r>
              <a:rPr lang="en-US" altLang="zh-CN" dirty="0"/>
              <a:t>”, “1811”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”</a:t>
            </a:r>
            <a:r>
              <a:rPr lang="zh-CN" altLang="en-US" dirty="0"/>
              <a:t>林俊杰</a:t>
            </a:r>
            <a:r>
              <a:rPr lang="en-US" altLang="zh-CN" dirty="0"/>
              <a:t>”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zh-CN" altLang="en-US" dirty="0">
              <a:solidFill>
                <a:srgbClr val="FF0000"/>
              </a:solidFill>
            </a:endParaRPr>
          </a:p>
          <a:p>
            <a:pPr lvl="1"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组合数据类型的定义</a:t>
            </a:r>
          </a:p>
        </p:txBody>
      </p:sp>
    </p:spTree>
    <p:extLst>
      <p:ext uri="{BB962C8B-B14F-4D97-AF65-F5344CB8AC3E}">
        <p14:creationId xmlns:p14="http://schemas.microsoft.com/office/powerpoint/2010/main" val="91397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1</a:t>
            </a:r>
            <a:r>
              <a:rPr lang="zh-CN" altLang="en-US" dirty="0"/>
              <a:t>：索引操作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zh-CN" altLang="en-US" b="1" dirty="0">
                <a:solidFill>
                  <a:srgbClr val="FF0000"/>
                </a:solidFill>
              </a:rPr>
              <a:t>序列</a:t>
            </a:r>
            <a:r>
              <a:rPr lang="zh-CN" altLang="en-US" dirty="0"/>
              <a:t>类型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1884219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字典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31630"/>
          <a:stretch/>
        </p:blipFill>
        <p:spPr>
          <a:xfrm>
            <a:off x="1288191" y="2560320"/>
            <a:ext cx="3943350" cy="307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4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2</a:t>
            </a:r>
            <a:r>
              <a:rPr lang="zh-CN" altLang="en-US" dirty="0"/>
              <a:t>：切片操作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zh-CN" altLang="en-US" b="1" dirty="0">
                <a:solidFill>
                  <a:srgbClr val="FF0000"/>
                </a:solidFill>
              </a:rPr>
              <a:t>序列</a:t>
            </a:r>
            <a:r>
              <a:rPr lang="zh-CN" altLang="en-US" dirty="0"/>
              <a:t>类型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1884219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字典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33069"/>
          <a:stretch/>
        </p:blipFill>
        <p:spPr>
          <a:xfrm>
            <a:off x="1109749" y="2797537"/>
            <a:ext cx="4443412" cy="320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3</a:t>
            </a:r>
            <a:r>
              <a:rPr lang="zh-CN" altLang="en-US" dirty="0"/>
              <a:t>：类型相加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zh-CN" altLang="en-US" b="1" dirty="0">
                <a:solidFill>
                  <a:srgbClr val="FF0000"/>
                </a:solidFill>
              </a:rPr>
              <a:t>序列</a:t>
            </a:r>
            <a:r>
              <a:rPr lang="zh-CN" altLang="en-US" dirty="0"/>
              <a:t>类型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1884219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字典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35995"/>
          <a:stretch/>
        </p:blipFill>
        <p:spPr>
          <a:xfrm>
            <a:off x="1314718" y="2455025"/>
            <a:ext cx="3751976" cy="321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9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4</a:t>
            </a:r>
            <a:r>
              <a:rPr lang="zh-CN" altLang="en-US" dirty="0"/>
              <a:t>：类型相乘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zh-CN" altLang="en-US" b="1" dirty="0">
                <a:solidFill>
                  <a:srgbClr val="FF0000"/>
                </a:solidFill>
              </a:rPr>
              <a:t>序列</a:t>
            </a:r>
            <a:r>
              <a:rPr lang="zh-CN" altLang="en-US" dirty="0"/>
              <a:t>类型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1884219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字典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30707"/>
          <a:stretch/>
        </p:blipFill>
        <p:spPr>
          <a:xfrm>
            <a:off x="1363633" y="2792160"/>
            <a:ext cx="3286125" cy="30458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92E97A-6D7C-3E40-9679-D6A9D0222C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567" y="3866031"/>
            <a:ext cx="7047056" cy="280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CF641F-5A8F-304D-9F08-D0754C82C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072" y="5002294"/>
            <a:ext cx="7047056" cy="24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5</a:t>
            </a:r>
            <a:r>
              <a:rPr lang="zh-CN" altLang="en-US" dirty="0"/>
              <a:t>：成员资格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针对全部类型</a:t>
            </a:r>
            <a:endParaRPr lang="en-US" altLang="zh-CN" dirty="0"/>
          </a:p>
          <a:p>
            <a:pPr lvl="1"/>
            <a:r>
              <a:rPr lang="zh-CN" altLang="en-US" dirty="0"/>
              <a:t>使用关键字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38600" y="1353013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字典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47697"/>
          <a:stretch/>
        </p:blipFill>
        <p:spPr>
          <a:xfrm>
            <a:off x="759207" y="3258588"/>
            <a:ext cx="3995737" cy="258346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131" y="1453863"/>
            <a:ext cx="5814662" cy="17150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105" y="3868604"/>
            <a:ext cx="6273218" cy="185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6</a:t>
            </a:r>
            <a:r>
              <a:rPr lang="zh-CN" altLang="en-US" dirty="0"/>
              <a:t>：长度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针对全部类型</a:t>
            </a:r>
            <a:endParaRPr lang="en-US" altLang="zh-CN" dirty="0"/>
          </a:p>
          <a:p>
            <a:pPr lvl="1"/>
            <a:r>
              <a:rPr lang="zh-CN" altLang="en-US" dirty="0"/>
              <a:t>使用函数</a:t>
            </a:r>
            <a:r>
              <a:rPr lang="en-US" altLang="zh-CN" b="1" dirty="0" err="1">
                <a:solidFill>
                  <a:srgbClr val="FF0000"/>
                </a:solidFill>
              </a:rPr>
              <a:t>len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38600" y="1353013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字典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t="32234"/>
          <a:stretch/>
        </p:blipFill>
        <p:spPr>
          <a:xfrm>
            <a:off x="997505" y="3449126"/>
            <a:ext cx="4219402" cy="241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6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7</a:t>
            </a:r>
            <a:r>
              <a:rPr lang="zh-CN" altLang="en-US" dirty="0"/>
              <a:t>：最大值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针对全部可迭代类型</a:t>
            </a:r>
            <a:endParaRPr lang="en-US" altLang="zh-CN" dirty="0"/>
          </a:p>
          <a:p>
            <a:pPr lvl="1"/>
            <a:r>
              <a:rPr lang="zh-CN" altLang="en-US" dirty="0"/>
              <a:t>使用函数</a:t>
            </a:r>
            <a:r>
              <a:rPr lang="en-US" altLang="zh-CN" b="1" dirty="0">
                <a:solidFill>
                  <a:srgbClr val="FF0000"/>
                </a:solidFill>
              </a:rPr>
              <a:t>max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9975" y="1343652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字典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33373"/>
          <a:stretch/>
        </p:blipFill>
        <p:spPr>
          <a:xfrm>
            <a:off x="1008609" y="3497134"/>
            <a:ext cx="3934691" cy="24169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1" y="3439765"/>
            <a:ext cx="4328506" cy="26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3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8</a:t>
            </a:r>
            <a:r>
              <a:rPr lang="zh-CN" altLang="en-US" dirty="0"/>
              <a:t>：最小值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针对全部可迭代类型</a:t>
            </a:r>
            <a:endParaRPr lang="en-US" altLang="zh-CN" dirty="0"/>
          </a:p>
          <a:p>
            <a:pPr lvl="1"/>
            <a:r>
              <a:rPr lang="zh-CN" altLang="en-US" dirty="0"/>
              <a:t>使用函数</a:t>
            </a:r>
            <a:r>
              <a:rPr lang="en-US" altLang="zh-CN" b="1" dirty="0">
                <a:solidFill>
                  <a:srgbClr val="FF0000"/>
                </a:solidFill>
              </a:rPr>
              <a:t>min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9975" y="1343652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字典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33688"/>
          <a:stretch/>
        </p:blipFill>
        <p:spPr>
          <a:xfrm>
            <a:off x="1349952" y="3344128"/>
            <a:ext cx="4295257" cy="264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8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9</a:t>
            </a:r>
            <a:r>
              <a:rPr lang="zh-CN" altLang="en-US" dirty="0"/>
              <a:t>：计数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zh-CN" altLang="en-US" b="1" dirty="0">
                <a:solidFill>
                  <a:srgbClr val="FF0000"/>
                </a:solidFill>
              </a:rPr>
              <a:t>序列</a:t>
            </a:r>
            <a:r>
              <a:rPr lang="zh-CN" altLang="en-US" dirty="0"/>
              <a:t>类型</a:t>
            </a:r>
            <a:endParaRPr lang="en-US" altLang="zh-CN" dirty="0"/>
          </a:p>
          <a:p>
            <a:pPr lvl="1"/>
            <a:r>
              <a:rPr lang="zh-CN" altLang="en-US" dirty="0"/>
              <a:t>使用函数</a:t>
            </a:r>
            <a:r>
              <a:rPr lang="en-US" altLang="zh-CN" b="1" dirty="0">
                <a:solidFill>
                  <a:srgbClr val="FF0000"/>
                </a:solidFill>
              </a:rPr>
              <a:t>count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9975" y="1343652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字典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41039"/>
          <a:stretch/>
        </p:blipFill>
        <p:spPr>
          <a:xfrm>
            <a:off x="838200" y="3260378"/>
            <a:ext cx="6624637" cy="298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9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10</a:t>
            </a:r>
            <a:r>
              <a:rPr lang="zh-CN" altLang="en-US" dirty="0"/>
              <a:t>：</a:t>
            </a:r>
            <a:r>
              <a:rPr lang="en-US" altLang="zh-CN" dirty="0"/>
              <a:t>for</a:t>
            </a:r>
            <a:r>
              <a:rPr lang="zh-CN" altLang="en-US" dirty="0"/>
              <a:t>循环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针对全部类型</a:t>
            </a:r>
            <a:endParaRPr lang="en-US" altLang="zh-CN" dirty="0"/>
          </a:p>
          <a:p>
            <a:pPr lvl="1"/>
            <a:r>
              <a:rPr lang="zh-CN" altLang="en-US" dirty="0"/>
              <a:t>使用关键字</a:t>
            </a:r>
            <a:r>
              <a:rPr lang="en-US" altLang="zh-CN" b="1" dirty="0" err="1">
                <a:solidFill>
                  <a:srgbClr val="FF0000"/>
                </a:solidFill>
              </a:rPr>
              <a:t>for+in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9975" y="1343652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字典</a:t>
            </a:r>
          </a:p>
        </p:txBody>
      </p:sp>
      <p:sp>
        <p:nvSpPr>
          <p:cNvPr id="2" name="矩形 1"/>
          <p:cNvSpPr/>
          <p:nvPr/>
        </p:nvSpPr>
        <p:spPr>
          <a:xfrm>
            <a:off x="1557251" y="25132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i="1" dirty="0">
                <a:latin typeface="Consolas" panose="020B0609020204030204" pitchFamily="49" charset="0"/>
              </a:rPr>
              <a:t> item </a:t>
            </a:r>
            <a:r>
              <a:rPr lang="en-US" altLang="zh-CN" i="1" dirty="0">
                <a:solidFill>
                  <a:srgbClr val="FF0000"/>
                </a:solidFill>
                <a:latin typeface="Consolas" panose="020B0609020204030204" pitchFamily="49" charset="0"/>
              </a:rPr>
              <a:t>in</a:t>
            </a:r>
            <a:r>
              <a:rPr lang="en-US" altLang="zh-CN" i="1" dirty="0"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&lt;</a:t>
            </a:r>
            <a:r>
              <a:rPr lang="zh-CN" altLang="en-US" dirty="0">
                <a:latin typeface="Consolas" panose="020B0609020204030204" pitchFamily="49" charset="0"/>
              </a:rPr>
              <a:t>组合类型</a:t>
            </a:r>
            <a:r>
              <a:rPr lang="en-US" altLang="zh-CN" dirty="0">
                <a:latin typeface="Consolas" panose="020B0609020204030204" pitchFamily="49" charset="0"/>
              </a:rPr>
              <a:t>&gt;:</a:t>
            </a:r>
          </a:p>
          <a:p>
            <a:r>
              <a:rPr lang="zh-CN" altLang="en-US" i="1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&lt;</a:t>
            </a:r>
            <a:r>
              <a:rPr lang="zh-CN" altLang="en-US" dirty="0">
                <a:latin typeface="Consolas" panose="020B0609020204030204" pitchFamily="49" charset="0"/>
              </a:rPr>
              <a:t>语句块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24" y="3439765"/>
            <a:ext cx="6653819" cy="117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8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遍历字典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遍历所有的键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遍历字典中的所有键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遍历字典中的所有值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106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遍历所有的键</a:t>
            </a:r>
            <a:r>
              <a:rPr lang="en-US" altLang="zh-CN" dirty="0"/>
              <a:t>-</a:t>
            </a:r>
            <a:r>
              <a:rPr lang="zh-CN" altLang="en-US" dirty="0"/>
              <a:t>值对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item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&lt;d&gt;.items():</a:t>
            </a:r>
          </a:p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k, v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&lt;d&gt;.items():</a:t>
            </a:r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54663"/>
            <a:ext cx="9564687" cy="2858841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024F0B1D-6792-4B40-9449-D65D5D8BE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510" y="3810729"/>
            <a:ext cx="5057842" cy="188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9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遍历字典中的所有键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k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&lt;d&gt;.keys():</a:t>
            </a:r>
          </a:p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k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&lt;d&gt;: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85" y="2848684"/>
            <a:ext cx="10387693" cy="3071557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41B4EC32-85BC-5844-B477-0C6A0ED61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917" y="4211411"/>
            <a:ext cx="6935912" cy="183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7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按顺序遍历字典中的所有键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k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sorted</a:t>
            </a:r>
            <a:r>
              <a:rPr lang="en-US" altLang="zh-CN" dirty="0"/>
              <a:t>(&lt;d&gt;.keys()):</a:t>
            </a:r>
          </a:p>
          <a:p>
            <a:pPr>
              <a:defRPr/>
            </a:pPr>
            <a:endParaRPr lang="zh-CN" altLang="en-US"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FF163360-C9A1-6F47-8FAD-49C7A703C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810" y="4616089"/>
            <a:ext cx="6413990" cy="1594830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1C775EC-4293-1940-8189-CF0C77A0C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158" y="2273300"/>
            <a:ext cx="8023577" cy="206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遍历字典中的所有值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for</a:t>
            </a:r>
            <a:r>
              <a:rPr lang="en-US" altLang="zh-CN" dirty="0"/>
              <a:t> v </a:t>
            </a:r>
            <a:r>
              <a:rPr lang="en-US" altLang="zh-CN" b="1" dirty="0">
                <a:solidFill>
                  <a:srgbClr val="FF0000"/>
                </a:solidFill>
              </a:rPr>
              <a:t>in</a:t>
            </a:r>
            <a:r>
              <a:rPr lang="en-US" altLang="zh-CN" dirty="0"/>
              <a:t> &lt;d&gt;.values():</a:t>
            </a:r>
          </a:p>
          <a:p>
            <a:pPr>
              <a:defRPr/>
            </a:pPr>
            <a:endParaRPr lang="zh-CN" altLang="en-US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4CFC75E-B217-CE45-B1DD-0CED64DD7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36" y="4129745"/>
            <a:ext cx="6475401" cy="1141560"/>
          </a:xfrm>
          <a:prstGeom prst="rect">
            <a:avLst/>
          </a:prstGeom>
        </p:spPr>
      </p:pic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94000C31-C893-4D47-BB88-8CA5BB194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0" y="2095084"/>
            <a:ext cx="9620424" cy="152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8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11</a:t>
            </a:r>
            <a:r>
              <a:rPr lang="zh-CN" altLang="en-US" dirty="0"/>
              <a:t>：修改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针对可修改类型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9975" y="1343652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字典</a:t>
            </a:r>
          </a:p>
        </p:txBody>
      </p:sp>
      <p:sp>
        <p:nvSpPr>
          <p:cNvPr id="3" name="矩形 2"/>
          <p:cNvSpPr/>
          <p:nvPr/>
        </p:nvSpPr>
        <p:spPr>
          <a:xfrm>
            <a:off x="838200" y="2790202"/>
            <a:ext cx="4642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/>
              <a:t>&lt;</a:t>
            </a:r>
            <a:r>
              <a:rPr lang="zh-CN" altLang="en-US" dirty="0"/>
              <a:t>列表</a:t>
            </a:r>
            <a:r>
              <a:rPr lang="en-US" altLang="zh-CN" dirty="0"/>
              <a:t>&gt;[</a:t>
            </a:r>
            <a:r>
              <a:rPr lang="en-US" altLang="zh-CN" dirty="0" err="1"/>
              <a:t>i</a:t>
            </a:r>
            <a:r>
              <a:rPr lang="en-US" altLang="zh-CN" dirty="0"/>
              <a:t>] = x #</a:t>
            </a:r>
            <a:r>
              <a:rPr lang="zh-CN" altLang="en-US" dirty="0"/>
              <a:t>替换列表变量的第</a:t>
            </a:r>
            <a:r>
              <a:rPr lang="en-US" altLang="zh-CN" dirty="0" err="1"/>
              <a:t>i</a:t>
            </a:r>
            <a:r>
              <a:rPr lang="zh-CN" altLang="en-US" dirty="0"/>
              <a:t>个元素为</a:t>
            </a:r>
            <a:r>
              <a:rPr lang="en-US" altLang="zh-CN" dirty="0"/>
              <a:t>x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98" y="3600126"/>
            <a:ext cx="5186795" cy="264207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835" y="3891826"/>
            <a:ext cx="5426489" cy="160496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367569" y="3152322"/>
            <a:ext cx="5210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/>
              <a:t>&lt;</a:t>
            </a:r>
            <a:r>
              <a:rPr lang="zh-CN" altLang="en-US" dirty="0"/>
              <a:t>字典</a:t>
            </a:r>
            <a:r>
              <a:rPr lang="en-US" altLang="zh-CN" dirty="0"/>
              <a:t>&gt;[key] = x #</a:t>
            </a:r>
            <a:r>
              <a:rPr lang="zh-CN" altLang="en-US" dirty="0"/>
              <a:t>替换字典变量的键为</a:t>
            </a:r>
            <a:r>
              <a:rPr lang="en-US" altLang="zh-CN" dirty="0"/>
              <a:t>key</a:t>
            </a:r>
            <a:r>
              <a:rPr lang="zh-CN" altLang="en-US" dirty="0"/>
              <a:t>的值为</a:t>
            </a:r>
            <a:r>
              <a:rPr lang="en-US" altLang="zh-CN" dirty="0"/>
              <a:t>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46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12</a:t>
            </a:r>
            <a:r>
              <a:rPr lang="zh-CN" altLang="en-US" dirty="0"/>
              <a:t>：增加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针对部分类型</a:t>
            </a:r>
            <a:endParaRPr lang="en-US" altLang="zh-CN" dirty="0"/>
          </a:p>
          <a:p>
            <a:pPr lvl="1"/>
            <a:r>
              <a:rPr lang="zh-CN" altLang="en-US" dirty="0"/>
              <a:t>列表</a:t>
            </a:r>
            <a:endParaRPr lang="en-US" altLang="zh-CN" dirty="0"/>
          </a:p>
          <a:p>
            <a:pPr lvl="2"/>
            <a:r>
              <a:rPr lang="en-US" altLang="zh-CN" dirty="0"/>
              <a:t>append(x)</a:t>
            </a:r>
          </a:p>
          <a:p>
            <a:pPr lvl="2"/>
            <a:r>
              <a:rPr lang="en-US" altLang="zh-CN" dirty="0"/>
              <a:t>insert(</a:t>
            </a:r>
            <a:r>
              <a:rPr lang="en-US" altLang="zh-CN" dirty="0" err="1"/>
              <a:t>i,x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extend(L)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zh-CN" altLang="en-US" dirty="0"/>
              <a:t>集合</a:t>
            </a:r>
            <a:endParaRPr lang="en-US" altLang="zh-CN" dirty="0"/>
          </a:p>
          <a:p>
            <a:pPr lvl="2"/>
            <a:r>
              <a:rPr lang="en-US" altLang="zh-CN" dirty="0"/>
              <a:t>add(x)</a:t>
            </a:r>
          </a:p>
          <a:p>
            <a:pPr lvl="2"/>
            <a:r>
              <a:rPr lang="en-US" altLang="zh-CN" dirty="0"/>
              <a:t>update(</a:t>
            </a:r>
            <a:r>
              <a:rPr lang="en-US" altLang="zh-CN" dirty="0" err="1"/>
              <a:t>a_set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字典</a:t>
            </a:r>
            <a:endParaRPr lang="en-US" altLang="zh-CN" dirty="0"/>
          </a:p>
          <a:p>
            <a:pPr lvl="2"/>
            <a:r>
              <a:rPr lang="en-US" altLang="zh-CN" dirty="0"/>
              <a:t>&lt;</a:t>
            </a:r>
            <a:r>
              <a:rPr lang="zh-CN" altLang="en-US" dirty="0"/>
              <a:t>字典</a:t>
            </a:r>
            <a:r>
              <a:rPr lang="en-US" altLang="zh-CN" dirty="0"/>
              <a:t>&gt;[key] = x</a:t>
            </a:r>
          </a:p>
          <a:p>
            <a:pPr lvl="2"/>
            <a:r>
              <a:rPr lang="en-US" altLang="zh-CN" dirty="0"/>
              <a:t>update(</a:t>
            </a:r>
            <a:r>
              <a:rPr lang="en-US" altLang="zh-CN" dirty="0" err="1"/>
              <a:t>adict</a:t>
            </a:r>
            <a:r>
              <a:rPr lang="en-US" altLang="zh-CN" dirty="0"/>
              <a:t>)</a:t>
            </a:r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9975" y="1343652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字典</a:t>
            </a:r>
          </a:p>
        </p:txBody>
      </p:sp>
    </p:spTree>
    <p:extLst>
      <p:ext uri="{BB962C8B-B14F-4D97-AF65-F5344CB8AC3E}">
        <p14:creationId xmlns:p14="http://schemas.microsoft.com/office/powerpoint/2010/main" val="195696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838200" y="1444496"/>
            <a:ext cx="4686993" cy="4732467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针对部分类型</a:t>
            </a:r>
            <a:endParaRPr lang="en-US" altLang="zh-CN" dirty="0"/>
          </a:p>
          <a:p>
            <a:pPr lvl="1"/>
            <a:r>
              <a:rPr lang="en-US" altLang="zh-CN" dirty="0"/>
              <a:t>Del</a:t>
            </a:r>
          </a:p>
          <a:p>
            <a:pPr lvl="2"/>
            <a:r>
              <a:rPr lang="zh-CN" altLang="en-US" dirty="0"/>
              <a:t>列表（元素，切片子序列或者整个列表）</a:t>
            </a:r>
            <a:endParaRPr lang="en-AU" altLang="zh-CN" dirty="0"/>
          </a:p>
          <a:p>
            <a:pPr lvl="2"/>
            <a:r>
              <a:rPr lang="zh-CN" altLang="en-US" dirty="0"/>
              <a:t>集合（整个集合）</a:t>
            </a:r>
            <a:endParaRPr lang="en-AU" altLang="zh-CN" dirty="0"/>
          </a:p>
          <a:p>
            <a:pPr lvl="2"/>
            <a:r>
              <a:rPr lang="zh-CN" altLang="en-US" dirty="0"/>
              <a:t>字典（键值对或者整个字典）</a:t>
            </a:r>
            <a:endParaRPr lang="en-US" altLang="zh-CN" dirty="0"/>
          </a:p>
          <a:p>
            <a:pPr lvl="1"/>
            <a:r>
              <a:rPr lang="en-US" altLang="zh-CN" dirty="0"/>
              <a:t>Pop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2"/>
            <a:r>
              <a:rPr lang="zh-CN" altLang="en-US" dirty="0"/>
              <a:t>列表</a:t>
            </a:r>
            <a:endParaRPr lang="en-US" altLang="zh-CN" dirty="0"/>
          </a:p>
          <a:p>
            <a:pPr lvl="2"/>
            <a:r>
              <a:rPr lang="zh-CN" altLang="en-US" dirty="0"/>
              <a:t>集合</a:t>
            </a:r>
            <a:endParaRPr lang="en-US" altLang="zh-CN" dirty="0"/>
          </a:p>
          <a:p>
            <a:pPr lvl="2"/>
            <a:r>
              <a:rPr lang="zh-CN" altLang="en-US" dirty="0"/>
              <a:t>字典</a:t>
            </a:r>
            <a:endParaRPr lang="en-AU" altLang="zh-CN" dirty="0"/>
          </a:p>
          <a:p>
            <a:pPr lvl="1"/>
            <a:r>
              <a:rPr lang="en-US" altLang="zh-CN" dirty="0" err="1"/>
              <a:t>Popitem</a:t>
            </a:r>
            <a:r>
              <a:rPr lang="zh-CN" altLang="en-US" dirty="0"/>
              <a:t>函数</a:t>
            </a:r>
            <a:endParaRPr lang="en-AU" altLang="zh-CN" dirty="0"/>
          </a:p>
          <a:p>
            <a:pPr lvl="2"/>
            <a:r>
              <a:rPr lang="zh-CN" altLang="en-US" dirty="0"/>
              <a:t>字典</a:t>
            </a:r>
            <a:endParaRPr lang="en-US" altLang="zh-CN" dirty="0"/>
          </a:p>
          <a:p>
            <a:pPr lvl="1"/>
            <a:r>
              <a:rPr lang="en-US" altLang="zh-CN" dirty="0"/>
              <a:t>Remove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2"/>
            <a:r>
              <a:rPr lang="zh-CN" altLang="en-US" dirty="0"/>
              <a:t>列表</a:t>
            </a:r>
            <a:endParaRPr lang="en-US" altLang="zh-CN" dirty="0"/>
          </a:p>
          <a:p>
            <a:pPr lvl="2"/>
            <a:r>
              <a:rPr lang="zh-CN" altLang="en-US" dirty="0"/>
              <a:t>集合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>
          <a:xfrm>
            <a:off x="7010400" y="1371277"/>
            <a:ext cx="4343400" cy="4732467"/>
          </a:xfrm>
        </p:spPr>
        <p:txBody>
          <a:bodyPr/>
          <a:lstStyle/>
          <a:p>
            <a:pPr lvl="1"/>
            <a:r>
              <a:rPr lang="en-US" altLang="zh-CN" dirty="0"/>
              <a:t>Discard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2"/>
            <a:r>
              <a:rPr lang="zh-CN" altLang="en-US" dirty="0"/>
              <a:t>集合</a:t>
            </a:r>
            <a:endParaRPr lang="en-US" altLang="zh-CN" dirty="0"/>
          </a:p>
          <a:p>
            <a:pPr lvl="1"/>
            <a:r>
              <a:rPr lang="en-US" altLang="zh-CN" dirty="0"/>
              <a:t>Clear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2"/>
            <a:r>
              <a:rPr lang="zh-CN" altLang="en-AU" dirty="0"/>
              <a:t>列表</a:t>
            </a:r>
            <a:endParaRPr lang="en-AU" altLang="zh-CN" dirty="0"/>
          </a:p>
          <a:p>
            <a:pPr lvl="2"/>
            <a:r>
              <a:rPr lang="zh-CN" altLang="en-US" dirty="0"/>
              <a:t>集合</a:t>
            </a:r>
            <a:endParaRPr lang="en-US" altLang="zh-CN" dirty="0"/>
          </a:p>
          <a:p>
            <a:pPr lvl="2"/>
            <a:r>
              <a:rPr lang="zh-CN" altLang="en-US" dirty="0"/>
              <a:t>字典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13</a:t>
            </a:r>
            <a:r>
              <a:rPr lang="zh-CN" altLang="en-US" dirty="0"/>
              <a:t>：删除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25193" y="1343652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字典</a:t>
            </a:r>
          </a:p>
        </p:txBody>
      </p:sp>
    </p:spTree>
    <p:extLst>
      <p:ext uri="{BB962C8B-B14F-4D97-AF65-F5344CB8AC3E}">
        <p14:creationId xmlns:p14="http://schemas.microsoft.com/office/powerpoint/2010/main" val="206120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838200" y="1444497"/>
            <a:ext cx="5181600" cy="1984504"/>
          </a:xfrm>
        </p:spPr>
        <p:txBody>
          <a:bodyPr>
            <a:normAutofit/>
          </a:bodyPr>
          <a:lstStyle/>
          <a:p>
            <a:r>
              <a:rPr lang="zh-CN" altLang="en-US" dirty="0"/>
              <a:t>针对部分类型</a:t>
            </a:r>
            <a:endParaRPr lang="en-US" altLang="zh-CN" dirty="0"/>
          </a:p>
          <a:p>
            <a:pPr lvl="1"/>
            <a:r>
              <a:rPr lang="zh-CN" altLang="en-AU" dirty="0"/>
              <a:t>列表</a:t>
            </a:r>
            <a:endParaRPr lang="en-AU" altLang="zh-CN" dirty="0"/>
          </a:p>
          <a:p>
            <a:pPr lvl="2"/>
            <a:r>
              <a:rPr lang="en-US" altLang="zh-CN" dirty="0" err="1"/>
              <a:t>ls.s</a:t>
            </a:r>
            <a:r>
              <a:rPr lang="en-AU" altLang="zh-CN" dirty="0"/>
              <a:t>ort</a:t>
            </a:r>
            <a:r>
              <a:rPr lang="en-US" altLang="zh-CN" dirty="0"/>
              <a:t>(reverse)</a:t>
            </a:r>
          </a:p>
          <a:p>
            <a:pPr lvl="2"/>
            <a:r>
              <a:rPr lang="en-US" altLang="zh-CN" dirty="0" err="1"/>
              <a:t>ls.reverse</a:t>
            </a:r>
            <a:r>
              <a:rPr lang="en-US" altLang="zh-CN" dirty="0"/>
              <a:t>()</a:t>
            </a:r>
            <a:endParaRPr lang="en-AU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B41B-6A88-4A3C-9234-65AB5F077EC2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操作组合数据</a:t>
            </a:r>
            <a:r>
              <a:rPr lang="en-US" altLang="zh-CN" dirty="0"/>
              <a:t>14</a:t>
            </a:r>
            <a:r>
              <a:rPr lang="zh-CN" altLang="en-US" dirty="0"/>
              <a:t>：排序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74565" y="1306107"/>
            <a:ext cx="323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元组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</a:t>
            </a:r>
            <a:r>
              <a:rPr lang="zh-CN" altLang="en-US" sz="2800" dirty="0"/>
              <a:t>列表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zh-CN" altLang="en-US" sz="2800" dirty="0">
                <a:sym typeface="Wingdings 2" panose="05020102010507070707" pitchFamily="18" charset="2"/>
              </a:rPr>
              <a:t></a:t>
            </a:r>
            <a:r>
              <a:rPr lang="zh-CN" altLang="en-US" sz="2800" dirty="0"/>
              <a:t>字典</a:t>
            </a:r>
          </a:p>
        </p:txBody>
      </p:sp>
      <p:sp>
        <p:nvSpPr>
          <p:cNvPr id="10" name="内容占位符 7">
            <a:extLst>
              <a:ext uri="{FF2B5EF4-FFF2-40B4-BE49-F238E27FC236}">
                <a16:creationId xmlns:a16="http://schemas.microsoft.com/office/drawing/2014/main" id="{14EC8679-FC1F-1042-AF6E-4F2DE15A4BEC}"/>
              </a:ext>
            </a:extLst>
          </p:cNvPr>
          <p:cNvSpPr txBox="1">
            <a:spLocks/>
          </p:cNvSpPr>
          <p:nvPr/>
        </p:nvSpPr>
        <p:spPr>
          <a:xfrm>
            <a:off x="914399" y="3805564"/>
            <a:ext cx="6464595" cy="22437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针对全部类型</a:t>
            </a:r>
            <a:endParaRPr lang="en-AU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sorted()</a:t>
            </a:r>
            <a:r>
              <a:rPr lang="zh-CN" altLang="en-US" dirty="0"/>
              <a:t>函数</a:t>
            </a:r>
            <a:endParaRPr lang="en-AU" altLang="zh-CN" dirty="0"/>
          </a:p>
          <a:p>
            <a:pPr lvl="2"/>
            <a:r>
              <a:rPr lang="en-US" altLang="zh-CN" dirty="0"/>
              <a:t>sorted(list)</a:t>
            </a:r>
          </a:p>
          <a:p>
            <a:pPr lvl="2"/>
            <a:r>
              <a:rPr lang="en-US" altLang="zh-CN" dirty="0"/>
              <a:t>sorted(tuple)</a:t>
            </a:r>
          </a:p>
          <a:p>
            <a:pPr lvl="2"/>
            <a:r>
              <a:rPr lang="en-US" altLang="zh-CN" dirty="0"/>
              <a:t>sorted(set)</a:t>
            </a:r>
          </a:p>
          <a:p>
            <a:pPr lvl="2"/>
            <a:r>
              <a:rPr lang="en-US" altLang="zh-CN" dirty="0"/>
              <a:t>sorted(</a:t>
            </a:r>
            <a:r>
              <a:rPr lang="en-US" altLang="zh-CN" dirty="0" err="1"/>
              <a:t>dict</a:t>
            </a:r>
            <a:r>
              <a:rPr lang="en-US" altLang="zh-CN" dirty="0"/>
              <a:t>)</a:t>
            </a:r>
          </a:p>
          <a:p>
            <a:pPr marL="914400" lvl="2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537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举例：统计成绩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某班级学生成绩分别为</a:t>
            </a:r>
            <a:endParaRPr lang="en-US" altLang="zh-CN" dirty="0"/>
          </a:p>
          <a:p>
            <a:pPr lvl="1"/>
            <a:r>
              <a:rPr lang="zh-CN" altLang="en-US" dirty="0"/>
              <a:t>["A", "A", "B", "B", "F", "F", "B", "A", "B", "F"]</a:t>
            </a:r>
          </a:p>
          <a:p>
            <a:r>
              <a:rPr lang="zh-CN" altLang="en-US" dirty="0"/>
              <a:t>统计成绩的分布情况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200" y="3266870"/>
            <a:ext cx="5163589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scores = ["A", "A", "B", "B", "F", "F", "B", "A", "B", "F"]</a:t>
            </a:r>
          </a:p>
          <a:p>
            <a:endParaRPr lang="zh-CN" altLang="en-US" dirty="0"/>
          </a:p>
          <a:p>
            <a:r>
              <a:rPr lang="zh-CN" altLang="en-US" dirty="0"/>
              <a:t>score_dict = {}</a:t>
            </a:r>
          </a:p>
          <a:p>
            <a:r>
              <a:rPr lang="zh-CN" altLang="en-US" dirty="0"/>
              <a:t>for score in scores:</a:t>
            </a:r>
          </a:p>
          <a:p>
            <a:r>
              <a:rPr lang="zh-CN" altLang="en-US" dirty="0"/>
              <a:t>    </a:t>
            </a:r>
            <a:r>
              <a:rPr lang="zh-CN" altLang="en-US" b="1" dirty="0">
                <a:solidFill>
                  <a:srgbClr val="FF0000"/>
                </a:solidFill>
              </a:rPr>
              <a:t>if score in score_dict: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        score_dict[score] += 1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    else: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        score_dict[score] = 1</a:t>
            </a:r>
          </a:p>
          <a:p>
            <a:r>
              <a:rPr lang="zh-CN" altLang="en-US" dirty="0"/>
              <a:t>print("成绩分布为:{}".format(score_dict))</a:t>
            </a:r>
          </a:p>
        </p:txBody>
      </p:sp>
      <p:sp>
        <p:nvSpPr>
          <p:cNvPr id="8" name="矩形 7"/>
          <p:cNvSpPr/>
          <p:nvPr/>
        </p:nvSpPr>
        <p:spPr>
          <a:xfrm>
            <a:off x="6586515" y="3327691"/>
            <a:ext cx="5278518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scores = ["A", "A", "B", "B", "F", "F", "B", "A", "B", "F"]</a:t>
            </a:r>
          </a:p>
          <a:p>
            <a:endParaRPr lang="zh-CN" altLang="en-US" dirty="0"/>
          </a:p>
          <a:p>
            <a:r>
              <a:rPr lang="zh-CN" altLang="en-US" dirty="0"/>
              <a:t>score_dict = {}</a:t>
            </a:r>
          </a:p>
          <a:p>
            <a:r>
              <a:rPr lang="zh-CN" altLang="en-US" dirty="0"/>
              <a:t>for score in scores:</a:t>
            </a:r>
          </a:p>
          <a:p>
            <a:r>
              <a:rPr lang="zh-CN" altLang="en-US" dirty="0"/>
              <a:t>    </a:t>
            </a:r>
            <a:r>
              <a:rPr lang="zh-CN" altLang="en-US" b="1" dirty="0">
                <a:solidFill>
                  <a:srgbClr val="FF0000"/>
                </a:solidFill>
              </a:rPr>
              <a:t>score_dict[score] = score_dict.get(score, 0) + 1 </a:t>
            </a:r>
          </a:p>
          <a:p>
            <a:r>
              <a:rPr lang="zh-CN" altLang="en-US" dirty="0"/>
              <a:t>print("成绩分布为:{}".format(score_dict))</a:t>
            </a:r>
          </a:p>
        </p:txBody>
      </p:sp>
    </p:spTree>
    <p:extLst>
      <p:ext uri="{BB962C8B-B14F-4D97-AF65-F5344CB8AC3E}">
        <p14:creationId xmlns:p14="http://schemas.microsoft.com/office/powerpoint/2010/main" val="388524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举例：手机通讯录管理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通讯录功能：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添加联系人  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删除联系人 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查找联系人 </a:t>
            </a:r>
            <a:endParaRPr lang="en-US" altLang="zh-CN" dirty="0"/>
          </a:p>
          <a:p>
            <a:pPr lvl="1"/>
            <a:r>
              <a:rPr lang="en-US" altLang="zh-CN" dirty="0"/>
              <a:t>4. </a:t>
            </a:r>
            <a:r>
              <a:rPr lang="zh-CN" altLang="en-US" dirty="0"/>
              <a:t>电话本显示 </a:t>
            </a:r>
            <a:endParaRPr lang="en-US" altLang="zh-CN" dirty="0"/>
          </a:p>
          <a:p>
            <a:pPr lvl="1"/>
            <a:r>
              <a:rPr lang="en-US" altLang="zh-CN" dirty="0"/>
              <a:t>0. </a:t>
            </a:r>
            <a:r>
              <a:rPr lang="zh-CN" altLang="en-US" dirty="0"/>
              <a:t>退出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EEB2D-479C-46B8-A930-2D0F08662AB9}" type="datetime1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语言程序设计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62033-42AB-40B5-815B-95A960AA49EA}" type="slidenum">
              <a:rPr lang="zh-CN" altLang="en-US" smtClean="0"/>
              <a:t>79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531" y="324293"/>
            <a:ext cx="5680527" cy="604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9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kwfud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wfudan" id="{E1362BAB-E77F-4B1B-94E7-BC9791D56CCE}" vid="{D2FFA553-2E31-419E-9B16-5C1D011AFFA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20500</TotalTime>
  <Words>4582</Words>
  <Application>Microsoft Office PowerPoint</Application>
  <PresentationFormat>宽屏</PresentationFormat>
  <Paragraphs>1007</Paragraphs>
  <Slides>79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89" baseType="lpstr">
      <vt:lpstr>等线</vt:lpstr>
      <vt:lpstr>等线 Light</vt:lpstr>
      <vt:lpstr>宋体</vt:lpstr>
      <vt:lpstr>微软雅黑</vt:lpstr>
      <vt:lpstr>Arial</vt:lpstr>
      <vt:lpstr>Calibri</vt:lpstr>
      <vt:lpstr>Consolas</vt:lpstr>
      <vt:lpstr>Courier New</vt:lpstr>
      <vt:lpstr>Times New Roman</vt:lpstr>
      <vt:lpstr>kwfudan</vt:lpstr>
      <vt:lpstr>期中复习</vt:lpstr>
      <vt:lpstr>程序的原理</vt:lpstr>
      <vt:lpstr>大纲</vt:lpstr>
      <vt:lpstr>1、Python语法元素</vt:lpstr>
      <vt:lpstr>Python语法元素</vt:lpstr>
      <vt:lpstr>1.1 常量</vt:lpstr>
      <vt:lpstr>1.2.变量</vt:lpstr>
      <vt:lpstr>1.3 保留字</vt:lpstr>
      <vt:lpstr>1.4 标识符</vt:lpstr>
      <vt:lpstr>变量命名规则</vt:lpstr>
      <vt:lpstr>2. 运算符</vt:lpstr>
      <vt:lpstr>3. 表达式</vt:lpstr>
      <vt:lpstr>4.函数</vt:lpstr>
      <vt:lpstr>4.1 type()函数</vt:lpstr>
      <vt:lpstr>4.2 print()函数</vt:lpstr>
      <vt:lpstr> format()方法的格式控制</vt:lpstr>
      <vt:lpstr>例子</vt:lpstr>
      <vt:lpstr>4.3 input()函数</vt:lpstr>
      <vt:lpstr>4.4 eval()函数</vt:lpstr>
      <vt:lpstr>eval()函数和input()函数联用</vt:lpstr>
      <vt:lpstr>5. 语句</vt:lpstr>
      <vt:lpstr>6. 类与对象</vt:lpstr>
      <vt:lpstr>Python的基本运算</vt:lpstr>
      <vt:lpstr>算数运算</vt:lpstr>
      <vt:lpstr>内置的数值运算函数</vt:lpstr>
      <vt:lpstr>赋值运算</vt:lpstr>
      <vt:lpstr>赋值运算</vt:lpstr>
      <vt:lpstr>赋值运算</vt:lpstr>
      <vt:lpstr>算术复合赋值运算符</vt:lpstr>
      <vt:lpstr>关系运算</vt:lpstr>
      <vt:lpstr>逻辑运算</vt:lpstr>
      <vt:lpstr>2、程序基本结构</vt:lpstr>
      <vt:lpstr>程序的基本结构</vt:lpstr>
      <vt:lpstr>分支结构</vt:lpstr>
      <vt:lpstr>单分支结构</vt:lpstr>
      <vt:lpstr>二分支结构</vt:lpstr>
      <vt:lpstr>多分支结构</vt:lpstr>
      <vt:lpstr>循环结构</vt:lpstr>
      <vt:lpstr>循环分类</vt:lpstr>
      <vt:lpstr>遍历循环: for语句</vt:lpstr>
      <vt:lpstr>遍历循环: for语句</vt:lpstr>
      <vt:lpstr>无限循环: while语句</vt:lpstr>
      <vt:lpstr>循环语句嵌套</vt:lpstr>
      <vt:lpstr>中断循环</vt:lpstr>
      <vt:lpstr>【例3-11】中断循环</vt:lpstr>
      <vt:lpstr>3、数据类型</vt:lpstr>
      <vt:lpstr>数据类型</vt:lpstr>
      <vt:lpstr>Python基本数据类型</vt:lpstr>
      <vt:lpstr>数字和字符串的区别</vt:lpstr>
      <vt:lpstr>变量类型的转换</vt:lpstr>
      <vt:lpstr>变量类型的转换</vt:lpstr>
      <vt:lpstr>变量类型的转换</vt:lpstr>
      <vt:lpstr>字符串的序号体系</vt:lpstr>
      <vt:lpstr>内置的字符串处理函数</vt:lpstr>
      <vt:lpstr>内置的字符串处理方法</vt:lpstr>
      <vt:lpstr>Python组合数据类型</vt:lpstr>
      <vt:lpstr>Python组合数据类型</vt:lpstr>
      <vt:lpstr>组合数据类型的定义</vt:lpstr>
      <vt:lpstr>操作组合数据1：索引操作</vt:lpstr>
      <vt:lpstr>操作组合数据2：切片操作</vt:lpstr>
      <vt:lpstr>操作组合数据3：类型相加</vt:lpstr>
      <vt:lpstr>操作组合数据4：类型相乘</vt:lpstr>
      <vt:lpstr>操作组合数据5：成员资格</vt:lpstr>
      <vt:lpstr>操作组合数据6：长度</vt:lpstr>
      <vt:lpstr>操作组合数据7：最大值</vt:lpstr>
      <vt:lpstr>操作组合数据8：最小值</vt:lpstr>
      <vt:lpstr>操作组合数据9：计数</vt:lpstr>
      <vt:lpstr>操作组合数据10：for循环</vt:lpstr>
      <vt:lpstr>遍历字典</vt:lpstr>
      <vt:lpstr>遍历所有的键-值对</vt:lpstr>
      <vt:lpstr>遍历字典中的所有键</vt:lpstr>
      <vt:lpstr>按顺序遍历字典中的所有键</vt:lpstr>
      <vt:lpstr>遍历字典中的所有值</vt:lpstr>
      <vt:lpstr>操作组合数据11：修改</vt:lpstr>
      <vt:lpstr>操作组合数据12：增加</vt:lpstr>
      <vt:lpstr>操作组合数据13：删除</vt:lpstr>
      <vt:lpstr>操作组合数据14：排序</vt:lpstr>
      <vt:lpstr>举例：统计成绩</vt:lpstr>
      <vt:lpstr>举例：手机通讯录管理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中文知识图谱CN-DBpedia构建的关键技术</dc:title>
  <dc:creator>Bo Xu</dc:creator>
  <cp:lastModifiedBy>Administrator</cp:lastModifiedBy>
  <cp:revision>2866</cp:revision>
  <cp:lastPrinted>2017-08-24T15:00:07Z</cp:lastPrinted>
  <dcterms:created xsi:type="dcterms:W3CDTF">2017-05-30T12:07:43Z</dcterms:created>
  <dcterms:modified xsi:type="dcterms:W3CDTF">2024-10-09T02:35:47Z</dcterms:modified>
</cp:coreProperties>
</file>